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364" r:id="rId3"/>
    <p:sldId id="393" r:id="rId4"/>
    <p:sldId id="366" r:id="rId5"/>
    <p:sldId id="367" r:id="rId6"/>
    <p:sldId id="369" r:id="rId7"/>
    <p:sldId id="372" r:id="rId8"/>
    <p:sldId id="373" r:id="rId9"/>
    <p:sldId id="394" r:id="rId10"/>
    <p:sldId id="395" r:id="rId11"/>
    <p:sldId id="374" r:id="rId12"/>
    <p:sldId id="375" r:id="rId13"/>
    <p:sldId id="380" r:id="rId14"/>
    <p:sldId id="376" r:id="rId15"/>
    <p:sldId id="377" r:id="rId16"/>
    <p:sldId id="378" r:id="rId17"/>
    <p:sldId id="379" r:id="rId18"/>
    <p:sldId id="384" r:id="rId19"/>
    <p:sldId id="381" r:id="rId20"/>
    <p:sldId id="382" r:id="rId21"/>
    <p:sldId id="383" r:id="rId22"/>
    <p:sldId id="385" r:id="rId23"/>
    <p:sldId id="386" r:id="rId24"/>
    <p:sldId id="387" r:id="rId25"/>
    <p:sldId id="392" r:id="rId26"/>
  </p:sldIdLst>
  <p:sldSz cx="12192000" cy="6858000"/>
  <p:notesSz cx="6858000" cy="9144000"/>
  <p:defaultText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and Outline" id="{DE6F66AF-CD31-416B-9522-2386B2093AEE}">
          <p14:sldIdLst/>
        </p14:section>
        <p14:section name="Giới thiệu về học máy" id="{DF340BF0-F86A-47E2-ACF3-84EB64504D3B}">
          <p14:sldIdLst/>
        </p14:section>
        <p14:section name="Thiết kế hệ thống học máy" id="{15A548EC-E6CB-498E-B18C-5EC37982607A}">
          <p14:sldIdLst/>
        </p14:section>
        <p14:section name="Đánh giá hệ thống học máy" id="{97CA639D-E466-4CA7-93CA-7D4D6BE8BDA2}">
          <p14:sldIdLst/>
        </p14:section>
        <p14:section name="Tiền xử lý dữ liệu" id="{968C5FC0-A19B-4CBA-A5E8-4FDA8BA524E1}">
          <p14:sldIdLst>
            <p14:sldId id="256"/>
            <p14:sldId id="364"/>
            <p14:sldId id="393"/>
            <p14:sldId id="366"/>
            <p14:sldId id="367"/>
            <p14:sldId id="369"/>
            <p14:sldId id="372"/>
            <p14:sldId id="373"/>
            <p14:sldId id="394"/>
            <p14:sldId id="395"/>
            <p14:sldId id="374"/>
            <p14:sldId id="375"/>
            <p14:sldId id="380"/>
            <p14:sldId id="376"/>
            <p14:sldId id="377"/>
            <p14:sldId id="378"/>
            <p14:sldId id="379"/>
            <p14:sldId id="384"/>
            <p14:sldId id="381"/>
            <p14:sldId id="382"/>
            <p14:sldId id="383"/>
            <p14:sldId id="385"/>
            <p14:sldId id="386"/>
            <p14:sldId id="387"/>
            <p14:sldId id="392"/>
          </p14:sldIdLst>
        </p14:section>
        <p14:section name="Tổng kết" id="{686B3516-F864-4A10-AEF6-719C1C41993E}">
          <p14:sldIdLst/>
        </p14:section>
        <p14:section name="Phụ lục" id="{F1949A96-572E-4869-AC30-ABD1DE829FD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8633"/>
    <a:srgbClr val="05AEF3"/>
    <a:srgbClr val="97D8EF"/>
    <a:srgbClr val="01AF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9ADB6B-D773-475E-832D-60C1D8269684}" v="5" dt="2025-03-15T01:07:34.5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14" autoAdjust="0"/>
    <p:restoredTop sz="94617"/>
  </p:normalViewPr>
  <p:slideViewPr>
    <p:cSldViewPr snapToGrid="0">
      <p:cViewPr varScale="1">
        <p:scale>
          <a:sx n="71" d="100"/>
          <a:sy n="71" d="100"/>
        </p:scale>
        <p:origin x="106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ễn Sơn Tùng" userId="5044b1ef-c832-4c8d-abf5-e5fbcfcffcaf" providerId="ADAL" clId="{FE9ADB6B-D773-475E-832D-60C1D8269684}"/>
    <pc:docChg chg="undo custSel addSld modSld sldOrd modSection">
      <pc:chgData name="Nguyễn Sơn Tùng" userId="5044b1ef-c832-4c8d-abf5-e5fbcfcffcaf" providerId="ADAL" clId="{FE9ADB6B-D773-475E-832D-60C1D8269684}" dt="2025-03-15T01:12:16.993" v="171"/>
      <pc:docMkLst>
        <pc:docMk/>
      </pc:docMkLst>
      <pc:sldChg chg="addSp modSp add mod">
        <pc:chgData name="Nguyễn Sơn Tùng" userId="5044b1ef-c832-4c8d-abf5-e5fbcfcffcaf" providerId="ADAL" clId="{FE9ADB6B-D773-475E-832D-60C1D8269684}" dt="2025-03-15T01:04:52.863" v="15" actId="255"/>
        <pc:sldMkLst>
          <pc:docMk/>
          <pc:sldMk cId="2217772620" sldId="393"/>
        </pc:sldMkLst>
        <pc:spChg chg="mod">
          <ac:chgData name="Nguyễn Sơn Tùng" userId="5044b1ef-c832-4c8d-abf5-e5fbcfcffcaf" providerId="ADAL" clId="{FE9ADB6B-D773-475E-832D-60C1D8269684}" dt="2025-03-15T01:03:50.045" v="1"/>
          <ac:spMkLst>
            <pc:docMk/>
            <pc:sldMk cId="2217772620" sldId="393"/>
            <ac:spMk id="2" creationId="{E12B6239-4FCB-CEF6-7334-6A03DA6DCF97}"/>
          </ac:spMkLst>
        </pc:spChg>
        <pc:spChg chg="mod">
          <ac:chgData name="Nguyễn Sơn Tùng" userId="5044b1ef-c832-4c8d-abf5-e5fbcfcffcaf" providerId="ADAL" clId="{FE9ADB6B-D773-475E-832D-60C1D8269684}" dt="2025-03-15T01:04:52.863" v="15" actId="255"/>
          <ac:spMkLst>
            <pc:docMk/>
            <pc:sldMk cId="2217772620" sldId="393"/>
            <ac:spMk id="3" creationId="{4932E033-AC80-18C9-C7EF-9AE54D622F9D}"/>
          </ac:spMkLst>
        </pc:spChg>
        <pc:spChg chg="add">
          <ac:chgData name="Nguyễn Sơn Tùng" userId="5044b1ef-c832-4c8d-abf5-e5fbcfcffcaf" providerId="ADAL" clId="{FE9ADB6B-D773-475E-832D-60C1D8269684}" dt="2025-03-15T01:04:05.683" v="2"/>
          <ac:spMkLst>
            <pc:docMk/>
            <pc:sldMk cId="2217772620" sldId="393"/>
            <ac:spMk id="5" creationId="{9112A47E-8C27-3418-AECB-33AA3D4DBD6D}"/>
          </ac:spMkLst>
        </pc:spChg>
      </pc:sldChg>
      <pc:sldChg chg="modSp add mod ord">
        <pc:chgData name="Nguyễn Sơn Tùng" userId="5044b1ef-c832-4c8d-abf5-e5fbcfcffcaf" providerId="ADAL" clId="{FE9ADB6B-D773-475E-832D-60C1D8269684}" dt="2025-03-15T01:09:21.398" v="157"/>
        <pc:sldMkLst>
          <pc:docMk/>
          <pc:sldMk cId="3360945328" sldId="394"/>
        </pc:sldMkLst>
        <pc:spChg chg="mod">
          <ac:chgData name="Nguyễn Sơn Tùng" userId="5044b1ef-c832-4c8d-abf5-e5fbcfcffcaf" providerId="ADAL" clId="{FE9ADB6B-D773-475E-832D-60C1D8269684}" dt="2025-03-15T01:05:27.469" v="19"/>
          <ac:spMkLst>
            <pc:docMk/>
            <pc:sldMk cId="3360945328" sldId="394"/>
            <ac:spMk id="2" creationId="{641B6752-9723-5266-F9F8-05756A3D8124}"/>
          </ac:spMkLst>
        </pc:spChg>
        <pc:spChg chg="mod">
          <ac:chgData name="Nguyễn Sơn Tùng" userId="5044b1ef-c832-4c8d-abf5-e5fbcfcffcaf" providerId="ADAL" clId="{FE9ADB6B-D773-475E-832D-60C1D8269684}" dt="2025-03-15T01:09:21.398" v="157"/>
          <ac:spMkLst>
            <pc:docMk/>
            <pc:sldMk cId="3360945328" sldId="394"/>
            <ac:spMk id="3" creationId="{BC2FF76A-2340-EF72-E0A2-330390265D6B}"/>
          </ac:spMkLst>
        </pc:spChg>
      </pc:sldChg>
      <pc:sldChg chg="modSp add mod">
        <pc:chgData name="Nguyễn Sơn Tùng" userId="5044b1ef-c832-4c8d-abf5-e5fbcfcffcaf" providerId="ADAL" clId="{FE9ADB6B-D773-475E-832D-60C1D8269684}" dt="2025-03-15T01:12:16.993" v="171"/>
        <pc:sldMkLst>
          <pc:docMk/>
          <pc:sldMk cId="45636129" sldId="395"/>
        </pc:sldMkLst>
        <pc:spChg chg="mod">
          <ac:chgData name="Nguyễn Sơn Tùng" userId="5044b1ef-c832-4c8d-abf5-e5fbcfcffcaf" providerId="ADAL" clId="{FE9ADB6B-D773-475E-832D-60C1D8269684}" dt="2025-03-15T01:09:57.101" v="159"/>
          <ac:spMkLst>
            <pc:docMk/>
            <pc:sldMk cId="45636129" sldId="395"/>
            <ac:spMk id="2" creationId="{EF97572F-CB7B-F925-59A7-03C04E29150C}"/>
          </ac:spMkLst>
        </pc:spChg>
        <pc:spChg chg="mod">
          <ac:chgData name="Nguyễn Sơn Tùng" userId="5044b1ef-c832-4c8d-abf5-e5fbcfcffcaf" providerId="ADAL" clId="{FE9ADB6B-D773-475E-832D-60C1D8269684}" dt="2025-03-15T01:12:16.993" v="171"/>
          <ac:spMkLst>
            <pc:docMk/>
            <pc:sldMk cId="45636129" sldId="395"/>
            <ac:spMk id="3" creationId="{B902897D-9E7A-9013-EF9B-49383AF6BC2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F699BD-ABB8-B14B-AAF8-B3DA36BE45DD}" type="datetimeFigureOut">
              <a:rPr lang="en-VN" smtClean="0"/>
              <a:t>03/15/2025</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657427-DCAE-B14B-A8C4-1DFDC13BAFC5}" type="slidenum">
              <a:rPr lang="en-VN" smtClean="0"/>
              <a:t>‹#›</a:t>
            </a:fld>
            <a:endParaRPr lang="en-VN"/>
          </a:p>
        </p:txBody>
      </p:sp>
    </p:spTree>
    <p:extLst>
      <p:ext uri="{BB962C8B-B14F-4D97-AF65-F5344CB8AC3E}">
        <p14:creationId xmlns:p14="http://schemas.microsoft.com/office/powerpoint/2010/main" val="2284479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1:notes"/>
          <p:cNvSpPr txBox="1">
            <a:spLocks noGrp="1"/>
          </p:cNvSpPr>
          <p:nvPr>
            <p:ph type="body" idx="1"/>
          </p:nvPr>
        </p:nvSpPr>
        <p:spPr>
          <a:xfrm>
            <a:off x="1828800" y="4886325"/>
            <a:ext cx="14630400" cy="46291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3" name="Google Shape;43;p1:notes"/>
          <p:cNvSpPr>
            <a:spLocks noGrp="1" noRot="1" noChangeAspect="1"/>
          </p:cNvSpPr>
          <p:nvPr>
            <p:ph type="sldImg" idx="2"/>
          </p:nvPr>
        </p:nvSpPr>
        <p:spPr>
          <a:xfrm>
            <a:off x="5715000" y="771525"/>
            <a:ext cx="6859588" cy="38576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13689-DDDA-0603-FE03-D155A4C4FD8C}"/>
              </a:ext>
            </a:extLst>
          </p:cNvPr>
          <p:cNvSpPr>
            <a:spLocks noGrp="1"/>
          </p:cNvSpPr>
          <p:nvPr>
            <p:ph type="ctrTitle"/>
          </p:nvPr>
        </p:nvSpPr>
        <p:spPr>
          <a:xfrm>
            <a:off x="1524000" y="1122363"/>
            <a:ext cx="9144000" cy="2387600"/>
          </a:xfrm>
        </p:spPr>
        <p:txBody>
          <a:bodyPr anchor="ctr">
            <a:normAutofit/>
          </a:bodyPr>
          <a:lstStyle>
            <a:lvl1pPr algn="ctr">
              <a:defRPr sz="5400"/>
            </a:lvl1pPr>
          </a:lstStyle>
          <a:p>
            <a:r>
              <a:rPr lang="en-US" dirty="0"/>
              <a:t>Click to edit Master title style</a:t>
            </a:r>
            <a:endParaRPr lang="en-VN" dirty="0"/>
          </a:p>
        </p:txBody>
      </p:sp>
      <p:sp>
        <p:nvSpPr>
          <p:cNvPr id="3" name="Subtitle 2">
            <a:extLst>
              <a:ext uri="{FF2B5EF4-FFF2-40B4-BE49-F238E27FC236}">
                <a16:creationId xmlns:a16="http://schemas.microsoft.com/office/drawing/2014/main" id="{9EDE202A-CB50-C3AD-8BC9-9F6B2FA5BE37}"/>
              </a:ext>
            </a:extLst>
          </p:cNvPr>
          <p:cNvSpPr>
            <a:spLocks noGrp="1"/>
          </p:cNvSpPr>
          <p:nvPr>
            <p:ph type="subTitle" idx="1"/>
          </p:nvPr>
        </p:nvSpPr>
        <p:spPr>
          <a:xfrm>
            <a:off x="1524000" y="3602038"/>
            <a:ext cx="9144000" cy="1655762"/>
          </a:xfrm>
        </p:spPr>
        <p:txBody>
          <a:bodyPr/>
          <a:lstStyle>
            <a:lvl1pPr marL="0" indent="0" algn="ctr">
              <a:buNone/>
              <a:defRPr sz="2400">
                <a:solidFill>
                  <a:srgbClr val="F6863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VN" dirty="0"/>
          </a:p>
        </p:txBody>
      </p:sp>
      <p:sp>
        <p:nvSpPr>
          <p:cNvPr id="7" name="Footer Placeholder 4">
            <a:extLst>
              <a:ext uri="{FF2B5EF4-FFF2-40B4-BE49-F238E27FC236}">
                <a16:creationId xmlns:a16="http://schemas.microsoft.com/office/drawing/2014/main" id="{5A773CD4-F02D-5793-8E11-CC6082739346}"/>
              </a:ext>
            </a:extLst>
          </p:cNvPr>
          <p:cNvSpPr>
            <a:spLocks noGrp="1"/>
          </p:cNvSpPr>
          <p:nvPr>
            <p:ph type="ftr" sz="quarter" idx="3"/>
          </p:nvPr>
        </p:nvSpPr>
        <p:spPr>
          <a:xfrm>
            <a:off x="4376057" y="6478181"/>
            <a:ext cx="4114800" cy="365125"/>
          </a:xfrm>
          <a:prstGeom prst="rect">
            <a:avLst/>
          </a:prstGeom>
        </p:spPr>
        <p:txBody>
          <a:bodyPr/>
          <a:lstStyle>
            <a:lvl1pPr>
              <a:defRPr sz="1400" b="0" i="0">
                <a:solidFill>
                  <a:schemeClr val="accent4">
                    <a:lumMod val="75000"/>
                  </a:schemeClr>
                </a:solidFill>
                <a:latin typeface="Consolas" panose="020B0609020204030204" pitchFamily="49" charset="0"/>
                <a:cs typeface="Consolas" panose="020B0609020204030204" pitchFamily="49" charset="0"/>
              </a:defRPr>
            </a:lvl1pPr>
          </a:lstStyle>
          <a:p>
            <a:pPr algn="ctr"/>
            <a:r>
              <a:rPr lang="en-VN" dirty="0"/>
              <a:t>AI Programming for Beginners</a:t>
            </a:r>
          </a:p>
        </p:txBody>
      </p:sp>
    </p:spTree>
    <p:extLst>
      <p:ext uri="{BB962C8B-B14F-4D97-AF65-F5344CB8AC3E}">
        <p14:creationId xmlns:p14="http://schemas.microsoft.com/office/powerpoint/2010/main" val="2367091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8E4E0-47E9-A399-A59B-0E4BC2F486D7}"/>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EFB55B3F-66C9-5544-F538-5C95E0857D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Slide Number Placeholder 5">
            <a:extLst>
              <a:ext uri="{FF2B5EF4-FFF2-40B4-BE49-F238E27FC236}">
                <a16:creationId xmlns:a16="http://schemas.microsoft.com/office/drawing/2014/main" id="{FBC4772D-39DE-F420-E8EC-B8771FD6F740}"/>
              </a:ext>
            </a:extLst>
          </p:cNvPr>
          <p:cNvSpPr>
            <a:spLocks noGrp="1"/>
          </p:cNvSpPr>
          <p:nvPr>
            <p:ph type="sldNum" sz="quarter" idx="12"/>
          </p:nvPr>
        </p:nvSpPr>
        <p:spPr/>
        <p:txBody>
          <a:bodyPr/>
          <a:lstStyle/>
          <a:p>
            <a:fld id="{6A14BA1B-0DF8-9749-BA6B-F4B0BAA32ABF}" type="slidenum">
              <a:rPr lang="en-VN" smtClean="0"/>
              <a:t>‹#›</a:t>
            </a:fld>
            <a:endParaRPr lang="en-VN"/>
          </a:p>
        </p:txBody>
      </p:sp>
      <p:sp>
        <p:nvSpPr>
          <p:cNvPr id="10" name="Footer Placeholder 4">
            <a:extLst>
              <a:ext uri="{FF2B5EF4-FFF2-40B4-BE49-F238E27FC236}">
                <a16:creationId xmlns:a16="http://schemas.microsoft.com/office/drawing/2014/main" id="{DDF0BEEB-92EF-7B88-5685-629430F074C7}"/>
              </a:ext>
            </a:extLst>
          </p:cNvPr>
          <p:cNvSpPr>
            <a:spLocks noGrp="1"/>
          </p:cNvSpPr>
          <p:nvPr>
            <p:ph type="ftr" sz="quarter" idx="3"/>
          </p:nvPr>
        </p:nvSpPr>
        <p:spPr>
          <a:xfrm>
            <a:off x="4376057" y="6478181"/>
            <a:ext cx="4114800" cy="365125"/>
          </a:xfrm>
          <a:prstGeom prst="rect">
            <a:avLst/>
          </a:prstGeom>
        </p:spPr>
        <p:txBody>
          <a:bodyPr/>
          <a:lstStyle>
            <a:lvl1pPr>
              <a:defRPr sz="1400" b="0" i="0">
                <a:solidFill>
                  <a:schemeClr val="accent4">
                    <a:lumMod val="75000"/>
                  </a:schemeClr>
                </a:solidFill>
                <a:latin typeface="Consolas" panose="020B0609020204030204" pitchFamily="49" charset="0"/>
                <a:cs typeface="Consolas" panose="020B0609020204030204" pitchFamily="49" charset="0"/>
              </a:defRPr>
            </a:lvl1pPr>
          </a:lstStyle>
          <a:p>
            <a:pPr algn="ctr"/>
            <a:r>
              <a:rPr lang="en-VN" dirty="0"/>
              <a:t>AI Programming for Beginners</a:t>
            </a:r>
          </a:p>
        </p:txBody>
      </p:sp>
    </p:spTree>
    <p:extLst>
      <p:ext uri="{BB962C8B-B14F-4D97-AF65-F5344CB8AC3E}">
        <p14:creationId xmlns:p14="http://schemas.microsoft.com/office/powerpoint/2010/main" val="1693051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43EEF-81F5-DE77-B346-3985A5A07D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VN"/>
          </a:p>
        </p:txBody>
      </p:sp>
      <p:sp>
        <p:nvSpPr>
          <p:cNvPr id="3" name="Text Placeholder 2">
            <a:extLst>
              <a:ext uri="{FF2B5EF4-FFF2-40B4-BE49-F238E27FC236}">
                <a16:creationId xmlns:a16="http://schemas.microsoft.com/office/drawing/2014/main" id="{088D0FE1-64FE-9352-7AC8-0634469D2BA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30B97E1-330A-889E-563F-A0B08DBAE7F0}"/>
              </a:ext>
            </a:extLst>
          </p:cNvPr>
          <p:cNvSpPr>
            <a:spLocks noGrp="1"/>
          </p:cNvSpPr>
          <p:nvPr>
            <p:ph type="dt" sz="half" idx="10"/>
          </p:nvPr>
        </p:nvSpPr>
        <p:spPr>
          <a:xfrm>
            <a:off x="838200" y="6356350"/>
            <a:ext cx="2743200" cy="365125"/>
          </a:xfrm>
          <a:prstGeom prst="rect">
            <a:avLst/>
          </a:prstGeom>
        </p:spPr>
        <p:txBody>
          <a:bodyPr/>
          <a:lstStyle/>
          <a:p>
            <a:endParaRPr lang="en-VN"/>
          </a:p>
        </p:txBody>
      </p:sp>
      <p:sp>
        <p:nvSpPr>
          <p:cNvPr id="5" name="Footer Placeholder 4">
            <a:extLst>
              <a:ext uri="{FF2B5EF4-FFF2-40B4-BE49-F238E27FC236}">
                <a16:creationId xmlns:a16="http://schemas.microsoft.com/office/drawing/2014/main" id="{C32F419D-4E96-C559-88C7-B7337170C4E7}"/>
              </a:ext>
            </a:extLst>
          </p:cNvPr>
          <p:cNvSpPr>
            <a:spLocks noGrp="1"/>
          </p:cNvSpPr>
          <p:nvPr>
            <p:ph type="ftr" sz="quarter" idx="11"/>
          </p:nvPr>
        </p:nvSpPr>
        <p:spPr>
          <a:xfrm>
            <a:off x="4038600" y="6215067"/>
            <a:ext cx="4114800" cy="365125"/>
          </a:xfrm>
          <a:prstGeom prst="rect">
            <a:avLst/>
          </a:prstGeom>
        </p:spPr>
        <p:txBody>
          <a:bodyPr/>
          <a:lstStyle/>
          <a:p>
            <a:endParaRPr lang="en-VN"/>
          </a:p>
        </p:txBody>
      </p:sp>
      <p:sp>
        <p:nvSpPr>
          <p:cNvPr id="6" name="Slide Number Placeholder 5">
            <a:extLst>
              <a:ext uri="{FF2B5EF4-FFF2-40B4-BE49-F238E27FC236}">
                <a16:creationId xmlns:a16="http://schemas.microsoft.com/office/drawing/2014/main" id="{B67F81DF-BB02-47C0-4E4A-C310B9FF2935}"/>
              </a:ext>
            </a:extLst>
          </p:cNvPr>
          <p:cNvSpPr>
            <a:spLocks noGrp="1"/>
          </p:cNvSpPr>
          <p:nvPr>
            <p:ph type="sldNum" sz="quarter" idx="12"/>
          </p:nvPr>
        </p:nvSpPr>
        <p:spPr/>
        <p:txBody>
          <a:bodyPr/>
          <a:lstStyle/>
          <a:p>
            <a:fld id="{6A14BA1B-0DF8-9749-BA6B-F4B0BAA32ABF}" type="slidenum">
              <a:rPr lang="en-VN" smtClean="0"/>
              <a:t>‹#›</a:t>
            </a:fld>
            <a:endParaRPr lang="en-VN"/>
          </a:p>
        </p:txBody>
      </p:sp>
    </p:spTree>
    <p:extLst>
      <p:ext uri="{BB962C8B-B14F-4D97-AF65-F5344CB8AC3E}">
        <p14:creationId xmlns:p14="http://schemas.microsoft.com/office/powerpoint/2010/main" val="36510719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A0358-5D31-4BDC-2F8A-D4D6FEABF419}"/>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21D09BDA-D979-F3D7-3650-26FDF102FA7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Content Placeholder 3">
            <a:extLst>
              <a:ext uri="{FF2B5EF4-FFF2-40B4-BE49-F238E27FC236}">
                <a16:creationId xmlns:a16="http://schemas.microsoft.com/office/drawing/2014/main" id="{785FE04F-0C0F-FF59-351B-AEF9DC3AD2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Date Placeholder 4">
            <a:extLst>
              <a:ext uri="{FF2B5EF4-FFF2-40B4-BE49-F238E27FC236}">
                <a16:creationId xmlns:a16="http://schemas.microsoft.com/office/drawing/2014/main" id="{40A1DCA2-6148-58BD-1334-6E3C6EFD24FA}"/>
              </a:ext>
            </a:extLst>
          </p:cNvPr>
          <p:cNvSpPr>
            <a:spLocks noGrp="1"/>
          </p:cNvSpPr>
          <p:nvPr>
            <p:ph type="dt" sz="half" idx="10"/>
          </p:nvPr>
        </p:nvSpPr>
        <p:spPr>
          <a:xfrm>
            <a:off x="838200" y="6356350"/>
            <a:ext cx="2743200" cy="365125"/>
          </a:xfrm>
          <a:prstGeom prst="rect">
            <a:avLst/>
          </a:prstGeom>
        </p:spPr>
        <p:txBody>
          <a:bodyPr/>
          <a:lstStyle/>
          <a:p>
            <a:endParaRPr lang="en-VN"/>
          </a:p>
        </p:txBody>
      </p:sp>
      <p:sp>
        <p:nvSpPr>
          <p:cNvPr id="6" name="Footer Placeholder 5">
            <a:extLst>
              <a:ext uri="{FF2B5EF4-FFF2-40B4-BE49-F238E27FC236}">
                <a16:creationId xmlns:a16="http://schemas.microsoft.com/office/drawing/2014/main" id="{52A434FB-B9EB-1D9D-9C9E-23EAC5BA5F31}"/>
              </a:ext>
            </a:extLst>
          </p:cNvPr>
          <p:cNvSpPr>
            <a:spLocks noGrp="1"/>
          </p:cNvSpPr>
          <p:nvPr>
            <p:ph type="ftr" sz="quarter" idx="11"/>
          </p:nvPr>
        </p:nvSpPr>
        <p:spPr>
          <a:xfrm>
            <a:off x="4038600" y="6215067"/>
            <a:ext cx="4114800" cy="365125"/>
          </a:xfrm>
          <a:prstGeom prst="rect">
            <a:avLst/>
          </a:prstGeom>
        </p:spPr>
        <p:txBody>
          <a:bodyPr/>
          <a:lstStyle/>
          <a:p>
            <a:endParaRPr lang="en-VN"/>
          </a:p>
        </p:txBody>
      </p:sp>
      <p:sp>
        <p:nvSpPr>
          <p:cNvPr id="7" name="Slide Number Placeholder 6">
            <a:extLst>
              <a:ext uri="{FF2B5EF4-FFF2-40B4-BE49-F238E27FC236}">
                <a16:creationId xmlns:a16="http://schemas.microsoft.com/office/drawing/2014/main" id="{ECFBFC56-3642-E724-A921-DEB196CE0F22}"/>
              </a:ext>
            </a:extLst>
          </p:cNvPr>
          <p:cNvSpPr>
            <a:spLocks noGrp="1"/>
          </p:cNvSpPr>
          <p:nvPr>
            <p:ph type="sldNum" sz="quarter" idx="12"/>
          </p:nvPr>
        </p:nvSpPr>
        <p:spPr/>
        <p:txBody>
          <a:bodyPr/>
          <a:lstStyle/>
          <a:p>
            <a:fld id="{6A14BA1B-0DF8-9749-BA6B-F4B0BAA32ABF}" type="slidenum">
              <a:rPr lang="en-VN" smtClean="0"/>
              <a:t>‹#›</a:t>
            </a:fld>
            <a:endParaRPr lang="en-VN"/>
          </a:p>
        </p:txBody>
      </p:sp>
    </p:spTree>
    <p:extLst>
      <p:ext uri="{BB962C8B-B14F-4D97-AF65-F5344CB8AC3E}">
        <p14:creationId xmlns:p14="http://schemas.microsoft.com/office/powerpoint/2010/main" val="2032864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1F4FB-E4C3-F4AC-B67F-3CE17DD69B74}"/>
              </a:ext>
            </a:extLst>
          </p:cNvPr>
          <p:cNvSpPr>
            <a:spLocks noGrp="1"/>
          </p:cNvSpPr>
          <p:nvPr>
            <p:ph type="title"/>
          </p:nvPr>
        </p:nvSpPr>
        <p:spPr>
          <a:xfrm>
            <a:off x="839788" y="365125"/>
            <a:ext cx="10515600" cy="1325563"/>
          </a:xfrm>
        </p:spPr>
        <p:txBody>
          <a:bodyPr/>
          <a:lstStyle/>
          <a:p>
            <a:r>
              <a:rPr lang="en-US"/>
              <a:t>Click to edit Master title style</a:t>
            </a:r>
            <a:endParaRPr lang="en-VN"/>
          </a:p>
        </p:txBody>
      </p:sp>
      <p:sp>
        <p:nvSpPr>
          <p:cNvPr id="3" name="Text Placeholder 2">
            <a:extLst>
              <a:ext uri="{FF2B5EF4-FFF2-40B4-BE49-F238E27FC236}">
                <a16:creationId xmlns:a16="http://schemas.microsoft.com/office/drawing/2014/main" id="{1866D300-D888-AEE1-4FB9-8A76F27165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4368E36-62B9-87B7-5E5B-03B52597F9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Text Placeholder 4">
            <a:extLst>
              <a:ext uri="{FF2B5EF4-FFF2-40B4-BE49-F238E27FC236}">
                <a16:creationId xmlns:a16="http://schemas.microsoft.com/office/drawing/2014/main" id="{A9EBE223-A9BA-FACF-1C1B-D054083094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715E2B7-EC12-0253-AFA9-68A8BF4741C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7" name="Date Placeholder 6">
            <a:extLst>
              <a:ext uri="{FF2B5EF4-FFF2-40B4-BE49-F238E27FC236}">
                <a16:creationId xmlns:a16="http://schemas.microsoft.com/office/drawing/2014/main" id="{41173D18-8ADC-3912-F16C-906F95B74614}"/>
              </a:ext>
            </a:extLst>
          </p:cNvPr>
          <p:cNvSpPr>
            <a:spLocks noGrp="1"/>
          </p:cNvSpPr>
          <p:nvPr>
            <p:ph type="dt" sz="half" idx="10"/>
          </p:nvPr>
        </p:nvSpPr>
        <p:spPr>
          <a:xfrm>
            <a:off x="838200" y="6356350"/>
            <a:ext cx="2743200" cy="365125"/>
          </a:xfrm>
          <a:prstGeom prst="rect">
            <a:avLst/>
          </a:prstGeom>
        </p:spPr>
        <p:txBody>
          <a:bodyPr/>
          <a:lstStyle/>
          <a:p>
            <a:endParaRPr lang="en-VN"/>
          </a:p>
        </p:txBody>
      </p:sp>
      <p:sp>
        <p:nvSpPr>
          <p:cNvPr id="8" name="Footer Placeholder 7">
            <a:extLst>
              <a:ext uri="{FF2B5EF4-FFF2-40B4-BE49-F238E27FC236}">
                <a16:creationId xmlns:a16="http://schemas.microsoft.com/office/drawing/2014/main" id="{D21807A4-7174-B5E4-F766-C5F9811ABF4B}"/>
              </a:ext>
            </a:extLst>
          </p:cNvPr>
          <p:cNvSpPr>
            <a:spLocks noGrp="1"/>
          </p:cNvSpPr>
          <p:nvPr>
            <p:ph type="ftr" sz="quarter" idx="11"/>
          </p:nvPr>
        </p:nvSpPr>
        <p:spPr>
          <a:xfrm>
            <a:off x="4038600" y="6215067"/>
            <a:ext cx="4114800" cy="365125"/>
          </a:xfrm>
          <a:prstGeom prst="rect">
            <a:avLst/>
          </a:prstGeom>
        </p:spPr>
        <p:txBody>
          <a:bodyPr/>
          <a:lstStyle/>
          <a:p>
            <a:endParaRPr lang="en-VN"/>
          </a:p>
        </p:txBody>
      </p:sp>
      <p:sp>
        <p:nvSpPr>
          <p:cNvPr id="9" name="Slide Number Placeholder 8">
            <a:extLst>
              <a:ext uri="{FF2B5EF4-FFF2-40B4-BE49-F238E27FC236}">
                <a16:creationId xmlns:a16="http://schemas.microsoft.com/office/drawing/2014/main" id="{38B3B74A-10A7-89E6-3F07-2DA376AC03AD}"/>
              </a:ext>
            </a:extLst>
          </p:cNvPr>
          <p:cNvSpPr>
            <a:spLocks noGrp="1"/>
          </p:cNvSpPr>
          <p:nvPr>
            <p:ph type="sldNum" sz="quarter" idx="12"/>
          </p:nvPr>
        </p:nvSpPr>
        <p:spPr/>
        <p:txBody>
          <a:bodyPr/>
          <a:lstStyle/>
          <a:p>
            <a:fld id="{6A14BA1B-0DF8-9749-BA6B-F4B0BAA32ABF}" type="slidenum">
              <a:rPr lang="en-VN" smtClean="0"/>
              <a:t>‹#›</a:t>
            </a:fld>
            <a:endParaRPr lang="en-VN"/>
          </a:p>
        </p:txBody>
      </p:sp>
    </p:spTree>
    <p:extLst>
      <p:ext uri="{BB962C8B-B14F-4D97-AF65-F5344CB8AC3E}">
        <p14:creationId xmlns:p14="http://schemas.microsoft.com/office/powerpoint/2010/main" val="28281535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2C1ED-03DF-AEFB-2975-590E298B8F06}"/>
              </a:ext>
            </a:extLst>
          </p:cNvPr>
          <p:cNvSpPr>
            <a:spLocks noGrp="1"/>
          </p:cNvSpPr>
          <p:nvPr>
            <p:ph type="title"/>
          </p:nvPr>
        </p:nvSpPr>
        <p:spPr/>
        <p:txBody>
          <a:bodyPr/>
          <a:lstStyle/>
          <a:p>
            <a:r>
              <a:rPr lang="en-US"/>
              <a:t>Click to edit Master title style</a:t>
            </a:r>
            <a:endParaRPr lang="en-VN"/>
          </a:p>
        </p:txBody>
      </p:sp>
      <p:sp>
        <p:nvSpPr>
          <p:cNvPr id="3" name="Date Placeholder 2">
            <a:extLst>
              <a:ext uri="{FF2B5EF4-FFF2-40B4-BE49-F238E27FC236}">
                <a16:creationId xmlns:a16="http://schemas.microsoft.com/office/drawing/2014/main" id="{C7303B90-7439-C232-A73E-65EB26223577}"/>
              </a:ext>
            </a:extLst>
          </p:cNvPr>
          <p:cNvSpPr>
            <a:spLocks noGrp="1"/>
          </p:cNvSpPr>
          <p:nvPr>
            <p:ph type="dt" sz="half" idx="10"/>
          </p:nvPr>
        </p:nvSpPr>
        <p:spPr>
          <a:xfrm>
            <a:off x="838200" y="6356350"/>
            <a:ext cx="2743200" cy="365125"/>
          </a:xfrm>
          <a:prstGeom prst="rect">
            <a:avLst/>
          </a:prstGeom>
        </p:spPr>
        <p:txBody>
          <a:bodyPr/>
          <a:lstStyle/>
          <a:p>
            <a:endParaRPr lang="en-VN"/>
          </a:p>
        </p:txBody>
      </p:sp>
      <p:sp>
        <p:nvSpPr>
          <p:cNvPr id="4" name="Footer Placeholder 3">
            <a:extLst>
              <a:ext uri="{FF2B5EF4-FFF2-40B4-BE49-F238E27FC236}">
                <a16:creationId xmlns:a16="http://schemas.microsoft.com/office/drawing/2014/main" id="{F7165B75-559C-5D27-EE67-737A5CBE63E4}"/>
              </a:ext>
            </a:extLst>
          </p:cNvPr>
          <p:cNvSpPr>
            <a:spLocks noGrp="1"/>
          </p:cNvSpPr>
          <p:nvPr>
            <p:ph type="ftr" sz="quarter" idx="11"/>
          </p:nvPr>
        </p:nvSpPr>
        <p:spPr>
          <a:xfrm>
            <a:off x="4038600" y="6215067"/>
            <a:ext cx="4114800" cy="365125"/>
          </a:xfrm>
          <a:prstGeom prst="rect">
            <a:avLst/>
          </a:prstGeom>
        </p:spPr>
        <p:txBody>
          <a:bodyPr/>
          <a:lstStyle/>
          <a:p>
            <a:endParaRPr lang="en-VN"/>
          </a:p>
        </p:txBody>
      </p:sp>
      <p:sp>
        <p:nvSpPr>
          <p:cNvPr id="5" name="Slide Number Placeholder 4">
            <a:extLst>
              <a:ext uri="{FF2B5EF4-FFF2-40B4-BE49-F238E27FC236}">
                <a16:creationId xmlns:a16="http://schemas.microsoft.com/office/drawing/2014/main" id="{E5105B6C-EF75-131D-6879-F41B9E465106}"/>
              </a:ext>
            </a:extLst>
          </p:cNvPr>
          <p:cNvSpPr>
            <a:spLocks noGrp="1"/>
          </p:cNvSpPr>
          <p:nvPr>
            <p:ph type="sldNum" sz="quarter" idx="12"/>
          </p:nvPr>
        </p:nvSpPr>
        <p:spPr/>
        <p:txBody>
          <a:bodyPr/>
          <a:lstStyle/>
          <a:p>
            <a:fld id="{6A14BA1B-0DF8-9749-BA6B-F4B0BAA32ABF}" type="slidenum">
              <a:rPr lang="en-VN" smtClean="0"/>
              <a:t>‹#›</a:t>
            </a:fld>
            <a:endParaRPr lang="en-VN"/>
          </a:p>
        </p:txBody>
      </p:sp>
    </p:spTree>
    <p:extLst>
      <p:ext uri="{BB962C8B-B14F-4D97-AF65-F5344CB8AC3E}">
        <p14:creationId xmlns:p14="http://schemas.microsoft.com/office/powerpoint/2010/main" val="3826699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FBC228-1CB4-691F-0CC7-EA00E8CEAE4E}"/>
              </a:ext>
            </a:extLst>
          </p:cNvPr>
          <p:cNvSpPr>
            <a:spLocks noGrp="1"/>
          </p:cNvSpPr>
          <p:nvPr>
            <p:ph type="dt" sz="half" idx="10"/>
          </p:nvPr>
        </p:nvSpPr>
        <p:spPr>
          <a:xfrm>
            <a:off x="838200" y="6356350"/>
            <a:ext cx="2743200" cy="365125"/>
          </a:xfrm>
          <a:prstGeom prst="rect">
            <a:avLst/>
          </a:prstGeom>
        </p:spPr>
        <p:txBody>
          <a:bodyPr/>
          <a:lstStyle/>
          <a:p>
            <a:endParaRPr lang="en-VN"/>
          </a:p>
        </p:txBody>
      </p:sp>
      <p:sp>
        <p:nvSpPr>
          <p:cNvPr id="3" name="Footer Placeholder 2">
            <a:extLst>
              <a:ext uri="{FF2B5EF4-FFF2-40B4-BE49-F238E27FC236}">
                <a16:creationId xmlns:a16="http://schemas.microsoft.com/office/drawing/2014/main" id="{1A439F34-B1F0-C790-4932-227BA6AEBF09}"/>
              </a:ext>
            </a:extLst>
          </p:cNvPr>
          <p:cNvSpPr>
            <a:spLocks noGrp="1"/>
          </p:cNvSpPr>
          <p:nvPr>
            <p:ph type="ftr" sz="quarter" idx="11"/>
          </p:nvPr>
        </p:nvSpPr>
        <p:spPr>
          <a:xfrm>
            <a:off x="4038600" y="6215067"/>
            <a:ext cx="4114800" cy="365125"/>
          </a:xfrm>
          <a:prstGeom prst="rect">
            <a:avLst/>
          </a:prstGeom>
        </p:spPr>
        <p:txBody>
          <a:bodyPr/>
          <a:lstStyle/>
          <a:p>
            <a:endParaRPr lang="en-VN"/>
          </a:p>
        </p:txBody>
      </p:sp>
      <p:sp>
        <p:nvSpPr>
          <p:cNvPr id="4" name="Slide Number Placeholder 3">
            <a:extLst>
              <a:ext uri="{FF2B5EF4-FFF2-40B4-BE49-F238E27FC236}">
                <a16:creationId xmlns:a16="http://schemas.microsoft.com/office/drawing/2014/main" id="{19E282EE-C45E-6487-97CB-47C3F660A357}"/>
              </a:ext>
            </a:extLst>
          </p:cNvPr>
          <p:cNvSpPr>
            <a:spLocks noGrp="1"/>
          </p:cNvSpPr>
          <p:nvPr>
            <p:ph type="sldNum" sz="quarter" idx="12"/>
          </p:nvPr>
        </p:nvSpPr>
        <p:spPr/>
        <p:txBody>
          <a:bodyPr/>
          <a:lstStyle/>
          <a:p>
            <a:fld id="{6A14BA1B-0DF8-9749-BA6B-F4B0BAA32ABF}" type="slidenum">
              <a:rPr lang="en-VN" smtClean="0"/>
              <a:t>‹#›</a:t>
            </a:fld>
            <a:endParaRPr lang="en-VN"/>
          </a:p>
        </p:txBody>
      </p:sp>
    </p:spTree>
    <p:extLst>
      <p:ext uri="{BB962C8B-B14F-4D97-AF65-F5344CB8AC3E}">
        <p14:creationId xmlns:p14="http://schemas.microsoft.com/office/powerpoint/2010/main" val="660528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C2256-7C9B-E5FB-228F-ED0A782022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Content Placeholder 2">
            <a:extLst>
              <a:ext uri="{FF2B5EF4-FFF2-40B4-BE49-F238E27FC236}">
                <a16:creationId xmlns:a16="http://schemas.microsoft.com/office/drawing/2014/main" id="{CDF228CD-588A-E836-1E2C-EFDBE87FA2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Text Placeholder 3">
            <a:extLst>
              <a:ext uri="{FF2B5EF4-FFF2-40B4-BE49-F238E27FC236}">
                <a16:creationId xmlns:a16="http://schemas.microsoft.com/office/drawing/2014/main" id="{C26F344F-D56C-9305-338B-258CF836B3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0E828E-CF80-C44B-6647-1782B8471A03}"/>
              </a:ext>
            </a:extLst>
          </p:cNvPr>
          <p:cNvSpPr>
            <a:spLocks noGrp="1"/>
          </p:cNvSpPr>
          <p:nvPr>
            <p:ph type="dt" sz="half" idx="10"/>
          </p:nvPr>
        </p:nvSpPr>
        <p:spPr>
          <a:xfrm>
            <a:off x="838200" y="6356350"/>
            <a:ext cx="2743200" cy="365125"/>
          </a:xfrm>
          <a:prstGeom prst="rect">
            <a:avLst/>
          </a:prstGeom>
        </p:spPr>
        <p:txBody>
          <a:bodyPr/>
          <a:lstStyle/>
          <a:p>
            <a:endParaRPr lang="en-VN"/>
          </a:p>
        </p:txBody>
      </p:sp>
      <p:sp>
        <p:nvSpPr>
          <p:cNvPr id="6" name="Footer Placeholder 5">
            <a:extLst>
              <a:ext uri="{FF2B5EF4-FFF2-40B4-BE49-F238E27FC236}">
                <a16:creationId xmlns:a16="http://schemas.microsoft.com/office/drawing/2014/main" id="{34D17651-80C7-9052-7AD5-D6774F0C5AF0}"/>
              </a:ext>
            </a:extLst>
          </p:cNvPr>
          <p:cNvSpPr>
            <a:spLocks noGrp="1"/>
          </p:cNvSpPr>
          <p:nvPr>
            <p:ph type="ftr" sz="quarter" idx="11"/>
          </p:nvPr>
        </p:nvSpPr>
        <p:spPr>
          <a:xfrm>
            <a:off x="4038600" y="6215067"/>
            <a:ext cx="4114800" cy="365125"/>
          </a:xfrm>
          <a:prstGeom prst="rect">
            <a:avLst/>
          </a:prstGeom>
        </p:spPr>
        <p:txBody>
          <a:bodyPr/>
          <a:lstStyle/>
          <a:p>
            <a:endParaRPr lang="en-VN"/>
          </a:p>
        </p:txBody>
      </p:sp>
      <p:sp>
        <p:nvSpPr>
          <p:cNvPr id="7" name="Slide Number Placeholder 6">
            <a:extLst>
              <a:ext uri="{FF2B5EF4-FFF2-40B4-BE49-F238E27FC236}">
                <a16:creationId xmlns:a16="http://schemas.microsoft.com/office/drawing/2014/main" id="{9EAAF4F0-3221-347B-B93D-218D4BE8CD7C}"/>
              </a:ext>
            </a:extLst>
          </p:cNvPr>
          <p:cNvSpPr>
            <a:spLocks noGrp="1"/>
          </p:cNvSpPr>
          <p:nvPr>
            <p:ph type="sldNum" sz="quarter" idx="12"/>
          </p:nvPr>
        </p:nvSpPr>
        <p:spPr/>
        <p:txBody>
          <a:bodyPr/>
          <a:lstStyle/>
          <a:p>
            <a:fld id="{6A14BA1B-0DF8-9749-BA6B-F4B0BAA32ABF}" type="slidenum">
              <a:rPr lang="en-VN" smtClean="0"/>
              <a:t>‹#›</a:t>
            </a:fld>
            <a:endParaRPr lang="en-VN"/>
          </a:p>
        </p:txBody>
      </p:sp>
    </p:spTree>
    <p:extLst>
      <p:ext uri="{BB962C8B-B14F-4D97-AF65-F5344CB8AC3E}">
        <p14:creationId xmlns:p14="http://schemas.microsoft.com/office/powerpoint/2010/main" val="40390157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38679-6EFB-4C08-6A8E-891C8FFBB7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Picture Placeholder 2">
            <a:extLst>
              <a:ext uri="{FF2B5EF4-FFF2-40B4-BE49-F238E27FC236}">
                <a16:creationId xmlns:a16="http://schemas.microsoft.com/office/drawing/2014/main" id="{B52BBBD4-0B4F-947D-4E37-A6EF2F9F3B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VN"/>
          </a:p>
        </p:txBody>
      </p:sp>
      <p:sp>
        <p:nvSpPr>
          <p:cNvPr id="4" name="Text Placeholder 3">
            <a:extLst>
              <a:ext uri="{FF2B5EF4-FFF2-40B4-BE49-F238E27FC236}">
                <a16:creationId xmlns:a16="http://schemas.microsoft.com/office/drawing/2014/main" id="{5493F8B6-39A8-42DB-9D97-3EE97EEA3A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4AD6B3-EBE4-44CE-03FC-6B083D102BE9}"/>
              </a:ext>
            </a:extLst>
          </p:cNvPr>
          <p:cNvSpPr>
            <a:spLocks noGrp="1"/>
          </p:cNvSpPr>
          <p:nvPr>
            <p:ph type="dt" sz="half" idx="10"/>
          </p:nvPr>
        </p:nvSpPr>
        <p:spPr>
          <a:xfrm>
            <a:off x="838200" y="6356350"/>
            <a:ext cx="2743200" cy="365125"/>
          </a:xfrm>
          <a:prstGeom prst="rect">
            <a:avLst/>
          </a:prstGeom>
        </p:spPr>
        <p:txBody>
          <a:bodyPr/>
          <a:lstStyle/>
          <a:p>
            <a:endParaRPr lang="en-VN"/>
          </a:p>
        </p:txBody>
      </p:sp>
      <p:sp>
        <p:nvSpPr>
          <p:cNvPr id="6" name="Footer Placeholder 5">
            <a:extLst>
              <a:ext uri="{FF2B5EF4-FFF2-40B4-BE49-F238E27FC236}">
                <a16:creationId xmlns:a16="http://schemas.microsoft.com/office/drawing/2014/main" id="{A1CFD64A-B61E-02E9-7DB4-0EB8A65B8B9D}"/>
              </a:ext>
            </a:extLst>
          </p:cNvPr>
          <p:cNvSpPr>
            <a:spLocks noGrp="1"/>
          </p:cNvSpPr>
          <p:nvPr>
            <p:ph type="ftr" sz="quarter" idx="11"/>
          </p:nvPr>
        </p:nvSpPr>
        <p:spPr>
          <a:xfrm>
            <a:off x="4038600" y="6215067"/>
            <a:ext cx="4114800" cy="365125"/>
          </a:xfrm>
          <a:prstGeom prst="rect">
            <a:avLst/>
          </a:prstGeom>
        </p:spPr>
        <p:txBody>
          <a:bodyPr/>
          <a:lstStyle/>
          <a:p>
            <a:endParaRPr lang="en-VN"/>
          </a:p>
        </p:txBody>
      </p:sp>
      <p:sp>
        <p:nvSpPr>
          <p:cNvPr id="7" name="Slide Number Placeholder 6">
            <a:extLst>
              <a:ext uri="{FF2B5EF4-FFF2-40B4-BE49-F238E27FC236}">
                <a16:creationId xmlns:a16="http://schemas.microsoft.com/office/drawing/2014/main" id="{993FF78C-EA8D-999C-A351-436A432FCC01}"/>
              </a:ext>
            </a:extLst>
          </p:cNvPr>
          <p:cNvSpPr>
            <a:spLocks noGrp="1"/>
          </p:cNvSpPr>
          <p:nvPr>
            <p:ph type="sldNum" sz="quarter" idx="12"/>
          </p:nvPr>
        </p:nvSpPr>
        <p:spPr/>
        <p:txBody>
          <a:bodyPr/>
          <a:lstStyle/>
          <a:p>
            <a:fld id="{6A14BA1B-0DF8-9749-BA6B-F4B0BAA32ABF}" type="slidenum">
              <a:rPr lang="en-VN" smtClean="0"/>
              <a:t>‹#›</a:t>
            </a:fld>
            <a:endParaRPr lang="en-VN"/>
          </a:p>
        </p:txBody>
      </p:sp>
    </p:spTree>
    <p:extLst>
      <p:ext uri="{BB962C8B-B14F-4D97-AF65-F5344CB8AC3E}">
        <p14:creationId xmlns:p14="http://schemas.microsoft.com/office/powerpoint/2010/main" val="1488666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13899-5AB3-35F5-E2E0-51F8AD2F87EA}"/>
              </a:ext>
            </a:extLst>
          </p:cNvPr>
          <p:cNvSpPr>
            <a:spLocks noGrp="1"/>
          </p:cNvSpPr>
          <p:nvPr>
            <p:ph type="title"/>
          </p:nvPr>
        </p:nvSpPr>
        <p:spPr/>
        <p:txBody>
          <a:bodyPr/>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6C722794-54C0-C86D-B00C-5623D3F3EA0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E59B3742-82E2-3018-A39A-2D919B3BE484}"/>
              </a:ext>
            </a:extLst>
          </p:cNvPr>
          <p:cNvSpPr>
            <a:spLocks noGrp="1"/>
          </p:cNvSpPr>
          <p:nvPr>
            <p:ph type="dt" sz="half" idx="10"/>
          </p:nvPr>
        </p:nvSpPr>
        <p:spPr>
          <a:xfrm>
            <a:off x="838200" y="6356350"/>
            <a:ext cx="2743200" cy="365125"/>
          </a:xfrm>
          <a:prstGeom prst="rect">
            <a:avLst/>
          </a:prstGeom>
        </p:spPr>
        <p:txBody>
          <a:bodyPr/>
          <a:lstStyle/>
          <a:p>
            <a:endParaRPr lang="en-VN"/>
          </a:p>
        </p:txBody>
      </p:sp>
      <p:sp>
        <p:nvSpPr>
          <p:cNvPr id="5" name="Footer Placeholder 4">
            <a:extLst>
              <a:ext uri="{FF2B5EF4-FFF2-40B4-BE49-F238E27FC236}">
                <a16:creationId xmlns:a16="http://schemas.microsoft.com/office/drawing/2014/main" id="{15827B3C-2465-9548-5830-46A737344C79}"/>
              </a:ext>
            </a:extLst>
          </p:cNvPr>
          <p:cNvSpPr>
            <a:spLocks noGrp="1"/>
          </p:cNvSpPr>
          <p:nvPr>
            <p:ph type="ftr" sz="quarter" idx="11"/>
          </p:nvPr>
        </p:nvSpPr>
        <p:spPr>
          <a:xfrm>
            <a:off x="4038600" y="6215067"/>
            <a:ext cx="4114800" cy="365125"/>
          </a:xfrm>
          <a:prstGeom prst="rect">
            <a:avLst/>
          </a:prstGeom>
        </p:spPr>
        <p:txBody>
          <a:bodyPr/>
          <a:lstStyle/>
          <a:p>
            <a:endParaRPr lang="en-VN"/>
          </a:p>
        </p:txBody>
      </p:sp>
      <p:sp>
        <p:nvSpPr>
          <p:cNvPr id="6" name="Slide Number Placeholder 5">
            <a:extLst>
              <a:ext uri="{FF2B5EF4-FFF2-40B4-BE49-F238E27FC236}">
                <a16:creationId xmlns:a16="http://schemas.microsoft.com/office/drawing/2014/main" id="{A515317B-1827-931A-53FF-D03D30F1C53B}"/>
              </a:ext>
            </a:extLst>
          </p:cNvPr>
          <p:cNvSpPr>
            <a:spLocks noGrp="1"/>
          </p:cNvSpPr>
          <p:nvPr>
            <p:ph type="sldNum" sz="quarter" idx="12"/>
          </p:nvPr>
        </p:nvSpPr>
        <p:spPr/>
        <p:txBody>
          <a:bodyPr/>
          <a:lstStyle/>
          <a:p>
            <a:fld id="{6A14BA1B-0DF8-9749-BA6B-F4B0BAA32ABF}" type="slidenum">
              <a:rPr lang="en-VN" smtClean="0"/>
              <a:t>‹#›</a:t>
            </a:fld>
            <a:endParaRPr lang="en-VN"/>
          </a:p>
        </p:txBody>
      </p:sp>
    </p:spTree>
    <p:extLst>
      <p:ext uri="{BB962C8B-B14F-4D97-AF65-F5344CB8AC3E}">
        <p14:creationId xmlns:p14="http://schemas.microsoft.com/office/powerpoint/2010/main" val="35792175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776EA2-548A-9987-D185-327ED9281C2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9C09119F-04E3-5CC5-E161-032EEDAC249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3959071D-FB0B-AAAB-A579-5DAD8DE7C063}"/>
              </a:ext>
            </a:extLst>
          </p:cNvPr>
          <p:cNvSpPr>
            <a:spLocks noGrp="1"/>
          </p:cNvSpPr>
          <p:nvPr>
            <p:ph type="dt" sz="half" idx="10"/>
          </p:nvPr>
        </p:nvSpPr>
        <p:spPr>
          <a:xfrm>
            <a:off x="838200" y="6356350"/>
            <a:ext cx="2743200" cy="365125"/>
          </a:xfrm>
          <a:prstGeom prst="rect">
            <a:avLst/>
          </a:prstGeom>
        </p:spPr>
        <p:txBody>
          <a:bodyPr/>
          <a:lstStyle/>
          <a:p>
            <a:endParaRPr lang="en-VN"/>
          </a:p>
        </p:txBody>
      </p:sp>
      <p:sp>
        <p:nvSpPr>
          <p:cNvPr id="5" name="Footer Placeholder 4">
            <a:extLst>
              <a:ext uri="{FF2B5EF4-FFF2-40B4-BE49-F238E27FC236}">
                <a16:creationId xmlns:a16="http://schemas.microsoft.com/office/drawing/2014/main" id="{1C06513C-0CF9-4E0B-E99F-C91748AB66FF}"/>
              </a:ext>
            </a:extLst>
          </p:cNvPr>
          <p:cNvSpPr>
            <a:spLocks noGrp="1"/>
          </p:cNvSpPr>
          <p:nvPr>
            <p:ph type="ftr" sz="quarter" idx="11"/>
          </p:nvPr>
        </p:nvSpPr>
        <p:spPr>
          <a:xfrm>
            <a:off x="4038600" y="6215067"/>
            <a:ext cx="4114800" cy="365125"/>
          </a:xfrm>
          <a:prstGeom prst="rect">
            <a:avLst/>
          </a:prstGeom>
        </p:spPr>
        <p:txBody>
          <a:bodyPr/>
          <a:lstStyle/>
          <a:p>
            <a:endParaRPr lang="en-VN"/>
          </a:p>
        </p:txBody>
      </p:sp>
      <p:sp>
        <p:nvSpPr>
          <p:cNvPr id="6" name="Slide Number Placeholder 5">
            <a:extLst>
              <a:ext uri="{FF2B5EF4-FFF2-40B4-BE49-F238E27FC236}">
                <a16:creationId xmlns:a16="http://schemas.microsoft.com/office/drawing/2014/main" id="{A3E3E179-3BA1-7255-F4DB-4F0CFF62CA6B}"/>
              </a:ext>
            </a:extLst>
          </p:cNvPr>
          <p:cNvSpPr>
            <a:spLocks noGrp="1"/>
          </p:cNvSpPr>
          <p:nvPr>
            <p:ph type="sldNum" sz="quarter" idx="12"/>
          </p:nvPr>
        </p:nvSpPr>
        <p:spPr/>
        <p:txBody>
          <a:bodyPr/>
          <a:lstStyle/>
          <a:p>
            <a:fld id="{6A14BA1B-0DF8-9749-BA6B-F4B0BAA32ABF}" type="slidenum">
              <a:rPr lang="en-VN" smtClean="0"/>
              <a:t>‹#›</a:t>
            </a:fld>
            <a:endParaRPr lang="en-VN"/>
          </a:p>
        </p:txBody>
      </p:sp>
    </p:spTree>
    <p:extLst>
      <p:ext uri="{BB962C8B-B14F-4D97-AF65-F5344CB8AC3E}">
        <p14:creationId xmlns:p14="http://schemas.microsoft.com/office/powerpoint/2010/main" val="12526914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67B7C7-0B28-2F38-CF25-02AF2EBFCFDB}"/>
              </a:ext>
            </a:extLst>
          </p:cNvPr>
          <p:cNvSpPr>
            <a:spLocks noGrp="1"/>
          </p:cNvSpPr>
          <p:nvPr>
            <p:ph type="title"/>
          </p:nvPr>
        </p:nvSpPr>
        <p:spPr>
          <a:xfrm>
            <a:off x="838200" y="136525"/>
            <a:ext cx="11028680" cy="952046"/>
          </a:xfrm>
          <a:prstGeom prst="rect">
            <a:avLst/>
          </a:prstGeom>
        </p:spPr>
        <p:txBody>
          <a:bodyPr vert="horz" lIns="91440" tIns="45720" rIns="91440" bIns="45720" rtlCol="0" anchor="ctr">
            <a:normAutofit/>
          </a:bodyPr>
          <a:lstStyle/>
          <a:p>
            <a:r>
              <a:rPr lang="en-US"/>
              <a:t>Click to edit Master title style</a:t>
            </a:r>
            <a:endParaRPr lang="en-VN"/>
          </a:p>
        </p:txBody>
      </p:sp>
      <p:sp>
        <p:nvSpPr>
          <p:cNvPr id="3" name="Text Placeholder 2">
            <a:extLst>
              <a:ext uri="{FF2B5EF4-FFF2-40B4-BE49-F238E27FC236}">
                <a16:creationId xmlns:a16="http://schemas.microsoft.com/office/drawing/2014/main" id="{9DCDB657-48B9-5675-DB11-5BF03BFFE0F6}"/>
              </a:ext>
            </a:extLst>
          </p:cNvPr>
          <p:cNvSpPr>
            <a:spLocks noGrp="1"/>
          </p:cNvSpPr>
          <p:nvPr>
            <p:ph type="body" idx="1"/>
          </p:nvPr>
        </p:nvSpPr>
        <p:spPr>
          <a:xfrm>
            <a:off x="838200" y="1273629"/>
            <a:ext cx="11028680" cy="490333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VN" dirty="0"/>
          </a:p>
        </p:txBody>
      </p:sp>
      <p:sp>
        <p:nvSpPr>
          <p:cNvPr id="6" name="Slide Number Placeholder 5">
            <a:extLst>
              <a:ext uri="{FF2B5EF4-FFF2-40B4-BE49-F238E27FC236}">
                <a16:creationId xmlns:a16="http://schemas.microsoft.com/office/drawing/2014/main" id="{C4CF828F-32F4-28A8-49B9-DA2BBF814799}"/>
              </a:ext>
            </a:extLst>
          </p:cNvPr>
          <p:cNvSpPr>
            <a:spLocks noGrp="1"/>
          </p:cNvSpPr>
          <p:nvPr>
            <p:ph type="sldNum" sz="quarter" idx="4"/>
          </p:nvPr>
        </p:nvSpPr>
        <p:spPr>
          <a:xfrm>
            <a:off x="9123680" y="6190572"/>
            <a:ext cx="2743200" cy="365125"/>
          </a:xfrm>
          <a:prstGeom prst="rect">
            <a:avLst/>
          </a:prstGeom>
        </p:spPr>
        <p:txBody>
          <a:bodyPr vert="horz" lIns="91440" tIns="45720" rIns="91440" bIns="45720" rtlCol="0" anchor="ctr"/>
          <a:lstStyle>
            <a:lvl1pPr algn="r">
              <a:defRPr sz="1200">
                <a:solidFill>
                  <a:srgbClr val="F68633"/>
                </a:solidFill>
              </a:defRPr>
            </a:lvl1pPr>
          </a:lstStyle>
          <a:p>
            <a:fld id="{6A14BA1B-0DF8-9749-BA6B-F4B0BAA32ABF}" type="slidenum">
              <a:rPr lang="en-VN" smtClean="0"/>
              <a:pPr/>
              <a:t>‹#›</a:t>
            </a:fld>
            <a:endParaRPr lang="en-VN"/>
          </a:p>
        </p:txBody>
      </p:sp>
      <p:sp>
        <p:nvSpPr>
          <p:cNvPr id="10" name="Parallelogram 9">
            <a:extLst>
              <a:ext uri="{FF2B5EF4-FFF2-40B4-BE49-F238E27FC236}">
                <a16:creationId xmlns:a16="http://schemas.microsoft.com/office/drawing/2014/main" id="{ACB2D5E2-2810-AF1C-B4CA-23874DB28FB8}"/>
              </a:ext>
            </a:extLst>
          </p:cNvPr>
          <p:cNvSpPr/>
          <p:nvPr userDrawn="1"/>
        </p:nvSpPr>
        <p:spPr>
          <a:xfrm flipV="1">
            <a:off x="838200" y="6615025"/>
            <a:ext cx="11028680" cy="45719"/>
          </a:xfrm>
          <a:prstGeom prst="parallelogram">
            <a:avLst/>
          </a:prstGeom>
          <a:gradFill flip="none" rotWithShape="1">
            <a:gsLst>
              <a:gs pos="0">
                <a:srgbClr val="05AEF3"/>
              </a:gs>
              <a:gs pos="55000">
                <a:srgbClr val="97D8EF">
                  <a:lumMod val="38975"/>
                  <a:lumOff val="61025"/>
                </a:srgbClr>
              </a:gs>
              <a:gs pos="100000">
                <a:srgbClr val="F68633"/>
              </a:gs>
            </a:gsLst>
            <a:lin ang="6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3" name="Rectangle 12">
            <a:extLst>
              <a:ext uri="{FF2B5EF4-FFF2-40B4-BE49-F238E27FC236}">
                <a16:creationId xmlns:a16="http://schemas.microsoft.com/office/drawing/2014/main" id="{DBBE869C-8ECC-0998-EC18-5392AF6D0560}"/>
              </a:ext>
            </a:extLst>
          </p:cNvPr>
          <p:cNvSpPr/>
          <p:nvPr userDrawn="1"/>
        </p:nvSpPr>
        <p:spPr>
          <a:xfrm>
            <a:off x="4914900" y="6478181"/>
            <a:ext cx="3037114" cy="2709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Footer Placeholder 4">
            <a:extLst>
              <a:ext uri="{FF2B5EF4-FFF2-40B4-BE49-F238E27FC236}">
                <a16:creationId xmlns:a16="http://schemas.microsoft.com/office/drawing/2014/main" id="{0EF8F3F2-B793-C5C2-3986-3A62CA8B30DD}"/>
              </a:ext>
            </a:extLst>
          </p:cNvPr>
          <p:cNvSpPr>
            <a:spLocks noGrp="1"/>
          </p:cNvSpPr>
          <p:nvPr>
            <p:ph type="ftr" sz="quarter" idx="3"/>
          </p:nvPr>
        </p:nvSpPr>
        <p:spPr>
          <a:xfrm>
            <a:off x="4376057" y="6478181"/>
            <a:ext cx="4114800" cy="365125"/>
          </a:xfrm>
          <a:prstGeom prst="rect">
            <a:avLst/>
          </a:prstGeom>
        </p:spPr>
        <p:txBody>
          <a:bodyPr/>
          <a:lstStyle>
            <a:lvl1pPr>
              <a:defRPr sz="1400" b="0" i="0" cap="none" spc="0">
                <a:ln w="0"/>
                <a:solidFill>
                  <a:schemeClr val="accent4">
                    <a:lumMod val="75000"/>
                  </a:schemeClr>
                </a:solidFill>
                <a:effectLst>
                  <a:reflection blurRad="6350" stA="53000" endA="300" endPos="35500" dir="5400000" sy="-90000" algn="bl" rotWithShape="0"/>
                </a:effectLst>
                <a:latin typeface="Consolas" panose="020B0609020204030204" pitchFamily="49" charset="0"/>
                <a:cs typeface="Consolas" panose="020B0609020204030204" pitchFamily="49" charset="0"/>
              </a:defRPr>
            </a:lvl1pPr>
          </a:lstStyle>
          <a:p>
            <a:pPr algn="ctr"/>
            <a:r>
              <a:rPr lang="en-VN"/>
              <a:t>AI Programming for Beginners</a:t>
            </a:r>
            <a:endParaRPr lang="en-VN" dirty="0"/>
          </a:p>
        </p:txBody>
      </p:sp>
    </p:spTree>
    <p:extLst>
      <p:ext uri="{BB962C8B-B14F-4D97-AF65-F5344CB8AC3E}">
        <p14:creationId xmlns:p14="http://schemas.microsoft.com/office/powerpoint/2010/main" val="1283504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b="0" i="0" kern="1200">
          <a:solidFill>
            <a:schemeClr val="accent4">
              <a:lumMod val="75000"/>
            </a:schemeClr>
          </a:solidFill>
          <a:latin typeface="Arial" panose="020B0604020202020204" pitchFamily="34" charset="0"/>
          <a:ea typeface="Arial Unicode MS" panose="020B0604020202020204" pitchFamily="34" charset="-128"/>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rial" panose="020B0604020202020204" pitchFamily="34" charset="0"/>
          <a:ea typeface="Arial Unicode MS" panose="020B0604020202020204" pitchFamily="34" charset="-128"/>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rial" panose="020B0604020202020204" pitchFamily="34" charset="0"/>
          <a:ea typeface="Arial Unicode MS" panose="020B0604020202020204" pitchFamily="34" charset="-128"/>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Arial Unicode MS" panose="020B0604020202020204" pitchFamily="34" charset="-128"/>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Arial Unicode MS" panose="020B0604020202020204" pitchFamily="34" charset="-128"/>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Arial Unicode MS" panose="020B0604020202020204" pitchFamily="34" charset="-128"/>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grpSp>
        <p:nvGrpSpPr>
          <p:cNvPr id="45" name="Google Shape;45;p1"/>
          <p:cNvGrpSpPr/>
          <p:nvPr/>
        </p:nvGrpSpPr>
        <p:grpSpPr>
          <a:xfrm>
            <a:off x="516128" y="6478015"/>
            <a:ext cx="11028679" cy="271356"/>
            <a:chOff x="774191" y="9717023"/>
            <a:chExt cx="16543019" cy="407034"/>
          </a:xfrm>
        </p:grpSpPr>
        <p:pic>
          <p:nvPicPr>
            <p:cNvPr id="46" name="Google Shape;46;p1"/>
            <p:cNvPicPr preferRelativeResize="0"/>
            <p:nvPr/>
          </p:nvPicPr>
          <p:blipFill rotWithShape="1">
            <a:blip r:embed="rId3">
              <a:alphaModFix/>
            </a:blip>
            <a:srcRect/>
            <a:stretch/>
          </p:blipFill>
          <p:spPr>
            <a:xfrm>
              <a:off x="774191" y="9922763"/>
              <a:ext cx="16543019" cy="68579"/>
            </a:xfrm>
            <a:prstGeom prst="rect">
              <a:avLst/>
            </a:prstGeom>
            <a:noFill/>
            <a:ln>
              <a:noFill/>
            </a:ln>
          </p:spPr>
        </p:pic>
        <p:sp>
          <p:nvSpPr>
            <p:cNvPr id="47" name="Google Shape;47;p1"/>
            <p:cNvSpPr/>
            <p:nvPr/>
          </p:nvSpPr>
          <p:spPr>
            <a:xfrm>
              <a:off x="7373111" y="9717023"/>
              <a:ext cx="4555490" cy="407034"/>
            </a:xfrm>
            <a:custGeom>
              <a:avLst/>
              <a:gdLst/>
              <a:ahLst/>
              <a:cxnLst/>
              <a:rect l="l" t="t" r="r" b="b"/>
              <a:pathLst>
                <a:path w="4555490" h="407034" extrusionOk="0">
                  <a:moveTo>
                    <a:pt x="4555236" y="0"/>
                  </a:moveTo>
                  <a:lnTo>
                    <a:pt x="0" y="0"/>
                  </a:lnTo>
                  <a:lnTo>
                    <a:pt x="0" y="406907"/>
                  </a:lnTo>
                  <a:lnTo>
                    <a:pt x="4555236" y="406907"/>
                  </a:lnTo>
                  <a:lnTo>
                    <a:pt x="4555236" y="0"/>
                  </a:lnTo>
                  <a:close/>
                </a:path>
              </a:pathLst>
            </a:custGeom>
            <a:solidFill>
              <a:srgbClr val="FFFFFF"/>
            </a:solidFill>
            <a:ln>
              <a:noFill/>
            </a:ln>
          </p:spPr>
          <p:txBody>
            <a:bodyPr spcFirstLastPara="1" wrap="square" lIns="0" tIns="0" rIns="0" bIns="0" anchor="t" anchorCtr="0">
              <a:noAutofit/>
            </a:bodyPr>
            <a:lstStyle/>
            <a:p>
              <a:pPr>
                <a:buClr>
                  <a:srgbClr val="000000"/>
                </a:buClr>
                <a:buSzPts val="1400"/>
              </a:pPr>
              <a:endParaRPr sz="933">
                <a:solidFill>
                  <a:srgbClr val="000000"/>
                </a:solidFill>
                <a:latin typeface="Arial"/>
                <a:ea typeface="Arial"/>
                <a:cs typeface="Arial"/>
                <a:sym typeface="Arial"/>
              </a:endParaRPr>
            </a:p>
          </p:txBody>
        </p:sp>
      </p:grpSp>
      <p:sp>
        <p:nvSpPr>
          <p:cNvPr id="48" name="Google Shape;48;p1"/>
          <p:cNvSpPr txBox="1">
            <a:spLocks noGrp="1"/>
          </p:cNvSpPr>
          <p:nvPr>
            <p:ph type="ctrTitle"/>
          </p:nvPr>
        </p:nvSpPr>
        <p:spPr>
          <a:xfrm>
            <a:off x="1662467" y="2599776"/>
            <a:ext cx="8736000" cy="829224"/>
          </a:xfrm>
          <a:prstGeom prst="rect">
            <a:avLst/>
          </a:prstGeom>
          <a:noFill/>
          <a:ln>
            <a:noFill/>
          </a:ln>
        </p:spPr>
        <p:txBody>
          <a:bodyPr spcFirstLastPara="1" vert="horz" wrap="square" lIns="0" tIns="103717" rIns="0" bIns="0" rtlCol="0" anchor="t" anchorCtr="0">
            <a:spAutoFit/>
          </a:bodyPr>
          <a:lstStyle/>
          <a:p>
            <a:pPr marL="3281421" marR="3387" indent="-3272954" algn="ctr">
              <a:lnSpc>
                <a:spcPct val="107407"/>
              </a:lnSpc>
              <a:spcBef>
                <a:spcPts val="0"/>
              </a:spcBef>
              <a:buSzPts val="1400"/>
            </a:pPr>
            <a:r>
              <a:rPr lang="en-US" dirty="0" err="1"/>
              <a:t>Tiền</a:t>
            </a:r>
            <a:r>
              <a:rPr lang="en-US" dirty="0"/>
              <a:t> </a:t>
            </a:r>
            <a:r>
              <a:rPr lang="en-US" dirty="0" err="1"/>
              <a:t>xử</a:t>
            </a:r>
            <a:r>
              <a:rPr lang="en-US" dirty="0"/>
              <a:t> </a:t>
            </a:r>
            <a:r>
              <a:rPr lang="en-US" dirty="0" err="1"/>
              <a:t>lý</a:t>
            </a:r>
            <a:r>
              <a:rPr lang="en-US" dirty="0"/>
              <a:t> </a:t>
            </a:r>
            <a:r>
              <a:rPr lang="en-US" dirty="0" err="1"/>
              <a:t>dữ</a:t>
            </a:r>
            <a:r>
              <a:rPr lang="en-US" dirty="0"/>
              <a:t> </a:t>
            </a:r>
            <a:r>
              <a:rPr lang="en-US" dirty="0" err="1"/>
              <a:t>liệu</a:t>
            </a:r>
            <a:endParaRPr dirty="0"/>
          </a:p>
        </p:txBody>
      </p:sp>
      <p:sp>
        <p:nvSpPr>
          <p:cNvPr id="49" name="Google Shape;49;p1"/>
          <p:cNvSpPr txBox="1">
            <a:spLocks noGrp="1"/>
          </p:cNvSpPr>
          <p:nvPr>
            <p:ph type="sldNum" idx="12"/>
          </p:nvPr>
        </p:nvSpPr>
        <p:spPr>
          <a:xfrm>
            <a:off x="11592984" y="6254166"/>
            <a:ext cx="228177" cy="214226"/>
          </a:xfrm>
          <a:prstGeom prst="rect">
            <a:avLst/>
          </a:prstGeom>
          <a:noFill/>
          <a:ln>
            <a:noFill/>
          </a:ln>
        </p:spPr>
        <p:txBody>
          <a:bodyPr spcFirstLastPara="1" vert="horz" wrap="square" lIns="0" tIns="0" rIns="0" bIns="0" rtlCol="0" anchor="t" anchorCtr="0">
            <a:spAutoFit/>
          </a:bodyPr>
          <a:lstStyle/>
          <a:p>
            <a:pPr marL="25401" algn="l">
              <a:lnSpc>
                <a:spcPct val="116111"/>
              </a:lnSpc>
              <a:buSzPts val="1800"/>
            </a:pPr>
            <a:fld id="{00000000-1234-1234-1234-123412341234}" type="slidenum">
              <a:rPr lang="en-US"/>
              <a:pPr marL="25401" algn="l">
                <a:lnSpc>
                  <a:spcPct val="116111"/>
                </a:lnSpc>
                <a:buSzPts val="1800"/>
              </a:pPr>
              <a:t>1</a:t>
            </a:fld>
            <a:endParaRPr/>
          </a:p>
        </p:txBody>
      </p:sp>
      <p:sp>
        <p:nvSpPr>
          <p:cNvPr id="50" name="Google Shape;50;p1"/>
          <p:cNvSpPr txBox="1"/>
          <p:nvPr/>
        </p:nvSpPr>
        <p:spPr>
          <a:xfrm>
            <a:off x="4065700" y="3600937"/>
            <a:ext cx="4060600" cy="377882"/>
          </a:xfrm>
          <a:prstGeom prst="rect">
            <a:avLst/>
          </a:prstGeom>
          <a:noFill/>
          <a:ln>
            <a:noFill/>
          </a:ln>
        </p:spPr>
        <p:txBody>
          <a:bodyPr spcFirstLastPara="1" wrap="square" lIns="0" tIns="8467" rIns="0" bIns="0" anchor="t" anchorCtr="0">
            <a:spAutoFit/>
          </a:bodyPr>
          <a:lstStyle/>
          <a:p>
            <a:pPr marL="8467">
              <a:buClr>
                <a:srgbClr val="000000"/>
              </a:buClr>
              <a:buSzPts val="3600"/>
            </a:pPr>
            <a:r>
              <a:rPr lang="en-US" sz="2400" dirty="0" err="1">
                <a:solidFill>
                  <a:srgbClr val="F68533"/>
                </a:solidFill>
                <a:latin typeface="Arial"/>
                <a:ea typeface="Arial"/>
                <a:cs typeface="Arial"/>
                <a:sym typeface="Arial"/>
              </a:rPr>
              <a:t>Trình</a:t>
            </a:r>
            <a:r>
              <a:rPr lang="en-US" sz="2400" dirty="0">
                <a:solidFill>
                  <a:srgbClr val="F68533"/>
                </a:solidFill>
                <a:latin typeface="Arial"/>
                <a:ea typeface="Arial"/>
                <a:cs typeface="Arial"/>
                <a:sym typeface="Arial"/>
              </a:rPr>
              <a:t> </a:t>
            </a:r>
            <a:r>
              <a:rPr lang="en-US" sz="2400" dirty="0" err="1">
                <a:solidFill>
                  <a:srgbClr val="F68533"/>
                </a:solidFill>
                <a:latin typeface="Arial"/>
                <a:ea typeface="Arial"/>
                <a:cs typeface="Arial"/>
                <a:sym typeface="Arial"/>
              </a:rPr>
              <a:t>bày</a:t>
            </a:r>
            <a:r>
              <a:rPr lang="en-US" sz="2400" dirty="0">
                <a:solidFill>
                  <a:srgbClr val="F68533"/>
                </a:solidFill>
                <a:latin typeface="Arial"/>
                <a:ea typeface="Arial"/>
                <a:cs typeface="Arial"/>
                <a:sym typeface="Arial"/>
              </a:rPr>
              <a:t>: Nguyễn Sơn Tùng</a:t>
            </a:r>
            <a:endParaRPr sz="2400"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71F07-6AD9-38AF-C7F3-75063A041ED7}"/>
              </a:ext>
            </a:extLst>
          </p:cNvPr>
          <p:cNvSpPr>
            <a:spLocks noGrp="1"/>
          </p:cNvSpPr>
          <p:nvPr>
            <p:ph type="title"/>
          </p:nvPr>
        </p:nvSpPr>
        <p:spPr/>
        <p:txBody>
          <a:bodyPr/>
          <a:lstStyle/>
          <a:p>
            <a:r>
              <a:rPr lang="en-US" dirty="0" err="1"/>
              <a:t>Tiền</a:t>
            </a:r>
            <a:r>
              <a:rPr lang="en-US" dirty="0"/>
              <a:t> </a:t>
            </a:r>
            <a:r>
              <a:rPr lang="en-US" dirty="0" err="1"/>
              <a:t>xử</a:t>
            </a:r>
            <a:r>
              <a:rPr lang="en-US" dirty="0"/>
              <a:t> </a:t>
            </a:r>
            <a:r>
              <a:rPr lang="en-US" dirty="0" err="1"/>
              <a:t>lý</a:t>
            </a:r>
            <a:r>
              <a:rPr lang="en-US" dirty="0"/>
              <a:t> </a:t>
            </a:r>
            <a:r>
              <a:rPr lang="en-US" dirty="0" err="1"/>
              <a:t>dữ</a:t>
            </a:r>
            <a:r>
              <a:rPr lang="en-US" dirty="0"/>
              <a:t> </a:t>
            </a:r>
            <a:r>
              <a:rPr lang="en-US" dirty="0" err="1"/>
              <a:t>liệu</a:t>
            </a:r>
            <a:endParaRPr lang="en-US" dirty="0"/>
          </a:p>
        </p:txBody>
      </p:sp>
      <p:sp>
        <p:nvSpPr>
          <p:cNvPr id="3" name="Content Placeholder 2">
            <a:extLst>
              <a:ext uri="{FF2B5EF4-FFF2-40B4-BE49-F238E27FC236}">
                <a16:creationId xmlns:a16="http://schemas.microsoft.com/office/drawing/2014/main" id="{DC3E3F76-737F-CA96-40A5-BE22C7FFACF2}"/>
              </a:ext>
            </a:extLst>
          </p:cNvPr>
          <p:cNvSpPr>
            <a:spLocks noGrp="1"/>
          </p:cNvSpPr>
          <p:nvPr>
            <p:ph idx="1"/>
          </p:nvPr>
        </p:nvSpPr>
        <p:spPr/>
        <p:txBody>
          <a:bodyPr>
            <a:normAutofit/>
          </a:bodyPr>
          <a:lstStyle/>
          <a:p>
            <a:pPr marL="0" indent="0">
              <a:buNone/>
            </a:pPr>
            <a:r>
              <a:rPr lang="en-US" altLang="zh-CN" sz="2400" dirty="0" err="1">
                <a:solidFill>
                  <a:srgbClr val="000000"/>
                </a:solidFill>
                <a:ea typeface="等线"/>
                <a:cs typeface="Calibri"/>
              </a:rPr>
              <a:t>Vì</a:t>
            </a:r>
            <a:r>
              <a:rPr lang="en-US" altLang="zh-CN" sz="2400" dirty="0">
                <a:solidFill>
                  <a:srgbClr val="000000"/>
                </a:solidFill>
                <a:ea typeface="等线"/>
                <a:cs typeface="Calibri"/>
              </a:rPr>
              <a:t> </a:t>
            </a:r>
            <a:r>
              <a:rPr lang="en-US" altLang="zh-CN" sz="2400" dirty="0" err="1">
                <a:solidFill>
                  <a:srgbClr val="000000"/>
                </a:solidFill>
                <a:ea typeface="等线"/>
                <a:cs typeface="Calibri"/>
              </a:rPr>
              <a:t>sao</a:t>
            </a:r>
            <a:r>
              <a:rPr lang="en-US" altLang="zh-CN" sz="2400" dirty="0">
                <a:solidFill>
                  <a:srgbClr val="000000"/>
                </a:solidFill>
                <a:ea typeface="等线"/>
                <a:cs typeface="Calibri"/>
              </a:rPr>
              <a:t> </a:t>
            </a:r>
            <a:r>
              <a:rPr lang="en-US" altLang="zh-CN" sz="2400" dirty="0" err="1">
                <a:solidFill>
                  <a:srgbClr val="000000"/>
                </a:solidFill>
                <a:ea typeface="等线"/>
                <a:cs typeface="Calibri"/>
              </a:rPr>
              <a:t>phải</a:t>
            </a:r>
            <a:r>
              <a:rPr lang="en-US" altLang="zh-CN" sz="2400" dirty="0">
                <a:solidFill>
                  <a:srgbClr val="000000"/>
                </a:solidFill>
                <a:ea typeface="等线"/>
                <a:cs typeface="Calibri"/>
              </a:rPr>
              <a:t> </a:t>
            </a:r>
            <a:r>
              <a:rPr lang="en-US" altLang="zh-CN" sz="2400" dirty="0" err="1">
                <a:solidFill>
                  <a:srgbClr val="000000"/>
                </a:solidFill>
                <a:ea typeface="等线"/>
                <a:cs typeface="Calibri"/>
              </a:rPr>
              <a:t>tiền</a:t>
            </a:r>
            <a:r>
              <a:rPr lang="en-US" altLang="zh-CN" sz="2400" dirty="0">
                <a:solidFill>
                  <a:srgbClr val="000000"/>
                </a:solidFill>
                <a:ea typeface="等线"/>
                <a:cs typeface="Calibri"/>
              </a:rPr>
              <a:t> </a:t>
            </a:r>
            <a:r>
              <a:rPr lang="en-US" altLang="zh-CN" sz="2400" dirty="0" err="1">
                <a:solidFill>
                  <a:srgbClr val="000000"/>
                </a:solidFill>
                <a:ea typeface="等线"/>
                <a:cs typeface="Calibri"/>
              </a:rPr>
              <a:t>xử</a:t>
            </a:r>
            <a:r>
              <a:rPr lang="en-US" altLang="zh-CN" sz="2400" dirty="0">
                <a:solidFill>
                  <a:srgbClr val="000000"/>
                </a:solidFill>
                <a:ea typeface="等线"/>
                <a:cs typeface="Calibri"/>
              </a:rPr>
              <a:t> </a:t>
            </a:r>
            <a:r>
              <a:rPr lang="en-US" altLang="zh-CN" sz="2400" dirty="0" err="1">
                <a:solidFill>
                  <a:srgbClr val="000000"/>
                </a:solidFill>
                <a:ea typeface="等线"/>
                <a:cs typeface="Calibri"/>
              </a:rPr>
              <a:t>lý</a:t>
            </a:r>
            <a:r>
              <a:rPr lang="en-US" altLang="zh-CN" sz="2400" dirty="0">
                <a:solidFill>
                  <a:srgbClr val="000000"/>
                </a:solidFill>
                <a:ea typeface="等线"/>
                <a:cs typeface="Calibri"/>
              </a:rPr>
              <a:t> </a:t>
            </a:r>
            <a:r>
              <a:rPr lang="en-US" altLang="zh-CN" sz="2400" dirty="0" err="1">
                <a:solidFill>
                  <a:srgbClr val="000000"/>
                </a:solidFill>
                <a:ea typeface="等线"/>
                <a:cs typeface="Calibri"/>
              </a:rPr>
              <a:t>dữ</a:t>
            </a:r>
            <a:r>
              <a:rPr lang="en-US" altLang="zh-CN" sz="2400" dirty="0">
                <a:solidFill>
                  <a:srgbClr val="000000"/>
                </a:solidFill>
                <a:ea typeface="等线"/>
                <a:cs typeface="Calibri"/>
              </a:rPr>
              <a:t> </a:t>
            </a:r>
            <a:r>
              <a:rPr lang="en-US" altLang="zh-CN" sz="2400" dirty="0" err="1">
                <a:solidFill>
                  <a:srgbClr val="000000"/>
                </a:solidFill>
                <a:ea typeface="等线"/>
                <a:cs typeface="Calibri"/>
              </a:rPr>
              <a:t>liệu</a:t>
            </a:r>
            <a:r>
              <a:rPr lang="en-US" altLang="zh-CN" sz="2400" dirty="0">
                <a:solidFill>
                  <a:srgbClr val="000000"/>
                </a:solidFill>
                <a:ea typeface="等线"/>
                <a:cs typeface="Calibri"/>
              </a:rPr>
              <a:t> ?</a:t>
            </a:r>
          </a:p>
          <a:p>
            <a:pPr lvl="1"/>
            <a:r>
              <a:rPr lang="en-US" sz="2000" dirty="0" err="1">
                <a:ea typeface="+mn-lt"/>
                <a:cs typeface="+mn-lt"/>
              </a:rPr>
              <a:t>Không</a:t>
            </a:r>
            <a:r>
              <a:rPr lang="en-US" sz="2000" dirty="0">
                <a:ea typeface="+mn-lt"/>
                <a:cs typeface="+mn-lt"/>
              </a:rPr>
              <a:t> </a:t>
            </a:r>
            <a:r>
              <a:rPr lang="en-US" sz="2000" dirty="0" err="1">
                <a:ea typeface="+mn-lt"/>
                <a:cs typeface="+mn-lt"/>
              </a:rPr>
              <a:t>đầy</a:t>
            </a:r>
            <a:r>
              <a:rPr lang="en-US" sz="2000" dirty="0">
                <a:ea typeface="+mn-lt"/>
                <a:cs typeface="+mn-lt"/>
              </a:rPr>
              <a:t> </a:t>
            </a:r>
            <a:r>
              <a:rPr lang="en-US" sz="2000" dirty="0" err="1">
                <a:ea typeface="+mn-lt"/>
                <a:cs typeface="+mn-lt"/>
              </a:rPr>
              <a:t>đủ</a:t>
            </a:r>
            <a:r>
              <a:rPr lang="en-US" sz="2000" dirty="0">
                <a:ea typeface="+mn-lt"/>
                <a:cs typeface="+mn-lt"/>
              </a:rPr>
              <a:t> (Incomplete) : </a:t>
            </a:r>
            <a:r>
              <a:rPr lang="en-US" sz="2000" dirty="0" err="1">
                <a:ea typeface="+mn-lt"/>
                <a:cs typeface="+mn-lt"/>
              </a:rPr>
              <a:t>thiếu</a:t>
            </a:r>
            <a:r>
              <a:rPr lang="en-US" sz="2000" dirty="0">
                <a:ea typeface="+mn-lt"/>
                <a:cs typeface="+mn-lt"/>
              </a:rPr>
              <a:t> </a:t>
            </a:r>
            <a:r>
              <a:rPr lang="en-US" sz="2000" dirty="0" err="1">
                <a:ea typeface="+mn-lt"/>
                <a:cs typeface="+mn-lt"/>
              </a:rPr>
              <a:t>một</a:t>
            </a:r>
            <a:r>
              <a:rPr lang="en-US" sz="2000" dirty="0">
                <a:ea typeface="+mn-lt"/>
                <a:cs typeface="+mn-lt"/>
              </a:rPr>
              <a:t> </a:t>
            </a:r>
            <a:r>
              <a:rPr lang="en-US" sz="2000" dirty="0" err="1">
                <a:ea typeface="+mn-lt"/>
                <a:cs typeface="+mn-lt"/>
              </a:rPr>
              <a:t>vài</a:t>
            </a:r>
            <a:r>
              <a:rPr lang="en-US" sz="2000" dirty="0">
                <a:ea typeface="+mn-lt"/>
                <a:cs typeface="+mn-lt"/>
              </a:rPr>
              <a:t> </a:t>
            </a:r>
            <a:r>
              <a:rPr lang="en-US" sz="2000" dirty="0" err="1">
                <a:ea typeface="+mn-lt"/>
                <a:cs typeface="+mn-lt"/>
              </a:rPr>
              <a:t>giá</a:t>
            </a:r>
            <a:r>
              <a:rPr lang="en-US" sz="2000" dirty="0">
                <a:ea typeface="+mn-lt"/>
                <a:cs typeface="+mn-lt"/>
              </a:rPr>
              <a:t> </a:t>
            </a:r>
            <a:r>
              <a:rPr lang="en-US" sz="2000" dirty="0" err="1">
                <a:ea typeface="+mn-lt"/>
                <a:cs typeface="+mn-lt"/>
              </a:rPr>
              <a:t>trị</a:t>
            </a:r>
            <a:r>
              <a:rPr lang="en-US" sz="2000" dirty="0">
                <a:ea typeface="+mn-lt"/>
                <a:cs typeface="+mn-lt"/>
              </a:rPr>
              <a:t> </a:t>
            </a:r>
            <a:r>
              <a:rPr lang="en-US" sz="2000" dirty="0" err="1">
                <a:ea typeface="+mn-lt"/>
                <a:cs typeface="+mn-lt"/>
              </a:rPr>
              <a:t>thuộc</a:t>
            </a:r>
            <a:r>
              <a:rPr lang="en-US" sz="2000" dirty="0">
                <a:ea typeface="+mn-lt"/>
                <a:cs typeface="+mn-lt"/>
              </a:rPr>
              <a:t> </a:t>
            </a:r>
            <a:r>
              <a:rPr lang="en-US" sz="2000" dirty="0" err="1">
                <a:ea typeface="+mn-lt"/>
                <a:cs typeface="+mn-lt"/>
              </a:rPr>
              <a:t>tính</a:t>
            </a:r>
            <a:r>
              <a:rPr lang="en-US" sz="2000" dirty="0">
                <a:ea typeface="+mn-lt"/>
                <a:cs typeface="+mn-lt"/>
              </a:rPr>
              <a:t> ....</a:t>
            </a:r>
          </a:p>
          <a:p>
            <a:pPr lvl="1"/>
            <a:r>
              <a:rPr lang="en-US" sz="2000" dirty="0" err="1">
                <a:ea typeface="+mn-lt"/>
                <a:cs typeface="+mn-lt"/>
              </a:rPr>
              <a:t>Nhiễu</a:t>
            </a:r>
            <a:r>
              <a:rPr lang="en-US" sz="2000" dirty="0">
                <a:ea typeface="+mn-lt"/>
                <a:cs typeface="+mn-lt"/>
              </a:rPr>
              <a:t> (Noisy) : </a:t>
            </a:r>
            <a:r>
              <a:rPr lang="en-US" sz="2000" dirty="0" err="1">
                <a:ea typeface="+mn-lt"/>
                <a:cs typeface="+mn-lt"/>
              </a:rPr>
              <a:t>xuất</a:t>
            </a:r>
            <a:r>
              <a:rPr lang="en-US" sz="2000" dirty="0">
                <a:ea typeface="+mn-lt"/>
                <a:cs typeface="+mn-lt"/>
              </a:rPr>
              <a:t> </a:t>
            </a:r>
            <a:r>
              <a:rPr lang="en-US" sz="2000" dirty="0" err="1">
                <a:ea typeface="+mn-lt"/>
                <a:cs typeface="+mn-lt"/>
              </a:rPr>
              <a:t>hiện</a:t>
            </a:r>
            <a:r>
              <a:rPr lang="en-US" sz="2000" dirty="0">
                <a:ea typeface="+mn-lt"/>
                <a:cs typeface="+mn-lt"/>
              </a:rPr>
              <a:t> </a:t>
            </a:r>
            <a:r>
              <a:rPr lang="en-US" sz="2000" dirty="0" err="1">
                <a:ea typeface="+mn-lt"/>
                <a:cs typeface="+mn-lt"/>
              </a:rPr>
              <a:t>giá</a:t>
            </a:r>
            <a:r>
              <a:rPr lang="en-US" sz="2000" dirty="0">
                <a:ea typeface="+mn-lt"/>
                <a:cs typeface="+mn-lt"/>
              </a:rPr>
              <a:t> </a:t>
            </a:r>
            <a:r>
              <a:rPr lang="en-US" sz="2000" dirty="0" err="1">
                <a:ea typeface="+mn-lt"/>
                <a:cs typeface="+mn-lt"/>
              </a:rPr>
              <a:t>trị</a:t>
            </a:r>
            <a:r>
              <a:rPr lang="en-US" sz="2000" dirty="0">
                <a:ea typeface="+mn-lt"/>
                <a:cs typeface="+mn-lt"/>
              </a:rPr>
              <a:t> </a:t>
            </a:r>
            <a:r>
              <a:rPr lang="en-US" sz="2000" dirty="0" err="1">
                <a:ea typeface="+mn-lt"/>
                <a:cs typeface="+mn-lt"/>
              </a:rPr>
              <a:t>lỗi</a:t>
            </a:r>
            <a:r>
              <a:rPr lang="en-US" sz="2000" dirty="0">
                <a:ea typeface="+mn-lt"/>
                <a:cs typeface="+mn-lt"/>
              </a:rPr>
              <a:t>, </a:t>
            </a:r>
            <a:r>
              <a:rPr lang="en-US" sz="2000" dirty="0" err="1">
                <a:ea typeface="+mn-lt"/>
                <a:cs typeface="+mn-lt"/>
              </a:rPr>
              <a:t>lỗi</a:t>
            </a:r>
            <a:r>
              <a:rPr lang="en-US" sz="2000" dirty="0">
                <a:ea typeface="+mn-lt"/>
                <a:cs typeface="+mn-lt"/>
              </a:rPr>
              <a:t> </a:t>
            </a:r>
            <a:r>
              <a:rPr lang="en-US" sz="2000" dirty="0" err="1">
                <a:ea typeface="+mn-lt"/>
                <a:cs typeface="+mn-lt"/>
              </a:rPr>
              <a:t>chủ</a:t>
            </a:r>
            <a:r>
              <a:rPr lang="en-US" sz="2000" dirty="0">
                <a:ea typeface="+mn-lt"/>
                <a:cs typeface="+mn-lt"/>
              </a:rPr>
              <a:t> </a:t>
            </a:r>
            <a:r>
              <a:rPr lang="en-US" sz="2000" dirty="0" err="1">
                <a:ea typeface="+mn-lt"/>
                <a:cs typeface="+mn-lt"/>
              </a:rPr>
              <a:t>quan</a:t>
            </a:r>
            <a:r>
              <a:rPr lang="en-US" sz="2000" dirty="0">
                <a:ea typeface="+mn-lt"/>
                <a:cs typeface="+mn-lt"/>
              </a:rPr>
              <a:t> </a:t>
            </a:r>
            <a:r>
              <a:rPr lang="en-US" sz="2000" dirty="0" err="1">
                <a:ea typeface="+mn-lt"/>
                <a:cs typeface="+mn-lt"/>
              </a:rPr>
              <a:t>người</a:t>
            </a:r>
            <a:r>
              <a:rPr lang="en-US" sz="2000" dirty="0">
                <a:ea typeface="+mn-lt"/>
                <a:cs typeface="+mn-lt"/>
              </a:rPr>
              <a:t> </a:t>
            </a:r>
            <a:r>
              <a:rPr lang="en-US" sz="2000" dirty="0" err="1">
                <a:ea typeface="+mn-lt"/>
                <a:cs typeface="+mn-lt"/>
              </a:rPr>
              <a:t>nhập</a:t>
            </a:r>
            <a:r>
              <a:rPr lang="en-US" sz="2000" dirty="0">
                <a:ea typeface="+mn-lt"/>
                <a:cs typeface="+mn-lt"/>
              </a:rPr>
              <a:t> </a:t>
            </a:r>
            <a:r>
              <a:rPr lang="en-US" sz="2000" dirty="0" err="1">
                <a:ea typeface="+mn-lt"/>
                <a:cs typeface="+mn-lt"/>
              </a:rPr>
              <a:t>dữ</a:t>
            </a:r>
            <a:r>
              <a:rPr lang="en-US" sz="2000" dirty="0">
                <a:ea typeface="+mn-lt"/>
                <a:cs typeface="+mn-lt"/>
              </a:rPr>
              <a:t> </a:t>
            </a:r>
            <a:r>
              <a:rPr lang="en-US" sz="2000" dirty="0" err="1">
                <a:ea typeface="+mn-lt"/>
                <a:cs typeface="+mn-lt"/>
              </a:rPr>
              <a:t>liệu</a:t>
            </a:r>
            <a:r>
              <a:rPr lang="en-US" sz="2000" dirty="0">
                <a:ea typeface="+mn-lt"/>
                <a:cs typeface="+mn-lt"/>
              </a:rPr>
              <a:t> ....</a:t>
            </a:r>
          </a:p>
          <a:p>
            <a:pPr lvl="1"/>
            <a:r>
              <a:rPr lang="en-US" sz="2000" dirty="0" err="1">
                <a:ea typeface="+mn-lt"/>
                <a:cs typeface="+mn-lt"/>
              </a:rPr>
              <a:t>Không</a:t>
            </a:r>
            <a:r>
              <a:rPr lang="en-US" sz="2000" dirty="0">
                <a:ea typeface="+mn-lt"/>
                <a:cs typeface="+mn-lt"/>
              </a:rPr>
              <a:t> </a:t>
            </a:r>
            <a:r>
              <a:rPr lang="en-US" sz="2000" dirty="0" err="1">
                <a:ea typeface="+mn-lt"/>
                <a:cs typeface="+mn-lt"/>
              </a:rPr>
              <a:t>nhất</a:t>
            </a:r>
            <a:r>
              <a:rPr lang="en-US" sz="2000" dirty="0">
                <a:ea typeface="+mn-lt"/>
                <a:cs typeface="+mn-lt"/>
              </a:rPr>
              <a:t> </a:t>
            </a:r>
            <a:r>
              <a:rPr lang="en-US" sz="2000" dirty="0" err="1">
                <a:ea typeface="+mn-lt"/>
                <a:cs typeface="+mn-lt"/>
              </a:rPr>
              <a:t>quán</a:t>
            </a:r>
            <a:r>
              <a:rPr lang="en-US" sz="2000" dirty="0">
                <a:ea typeface="+mn-lt"/>
                <a:cs typeface="+mn-lt"/>
              </a:rPr>
              <a:t> (Inconsistent) : </a:t>
            </a:r>
            <a:r>
              <a:rPr lang="en-US" sz="2000" dirty="0" err="1">
                <a:ea typeface="+mn-lt"/>
                <a:cs typeface="+mn-lt"/>
              </a:rPr>
              <a:t>sự</a:t>
            </a:r>
            <a:r>
              <a:rPr lang="en-US" sz="2000" dirty="0">
                <a:ea typeface="+mn-lt"/>
                <a:cs typeface="+mn-lt"/>
              </a:rPr>
              <a:t> </a:t>
            </a:r>
            <a:r>
              <a:rPr lang="en-US" sz="2000" dirty="0" err="1">
                <a:ea typeface="+mn-lt"/>
                <a:cs typeface="+mn-lt"/>
              </a:rPr>
              <a:t>khác</a:t>
            </a:r>
            <a:r>
              <a:rPr lang="en-US" sz="2000" dirty="0">
                <a:ea typeface="+mn-lt"/>
                <a:cs typeface="+mn-lt"/>
              </a:rPr>
              <a:t> </a:t>
            </a:r>
            <a:r>
              <a:rPr lang="en-US" sz="2000" dirty="0" err="1">
                <a:ea typeface="+mn-lt"/>
                <a:cs typeface="+mn-lt"/>
              </a:rPr>
              <a:t>biệt</a:t>
            </a:r>
            <a:r>
              <a:rPr lang="en-US" sz="2000" dirty="0">
                <a:ea typeface="+mn-lt"/>
                <a:cs typeface="+mn-lt"/>
              </a:rPr>
              <a:t> </a:t>
            </a:r>
            <a:r>
              <a:rPr lang="en-US" sz="2000" dirty="0" err="1">
                <a:ea typeface="+mn-lt"/>
                <a:cs typeface="+mn-lt"/>
              </a:rPr>
              <a:t>trong</a:t>
            </a:r>
            <a:r>
              <a:rPr lang="en-US" sz="2000" dirty="0">
                <a:ea typeface="+mn-lt"/>
                <a:cs typeface="+mn-lt"/>
              </a:rPr>
              <a:t> </a:t>
            </a:r>
            <a:r>
              <a:rPr lang="en-US" sz="2000" dirty="0" err="1">
                <a:ea typeface="+mn-lt"/>
                <a:cs typeface="+mn-lt"/>
              </a:rPr>
              <a:t>cách</a:t>
            </a:r>
            <a:r>
              <a:rPr lang="en-US" sz="2000" dirty="0">
                <a:ea typeface="+mn-lt"/>
                <a:cs typeface="+mn-lt"/>
              </a:rPr>
              <a:t> </a:t>
            </a:r>
            <a:r>
              <a:rPr lang="en-US" sz="2000" dirty="0" err="1">
                <a:ea typeface="+mn-lt"/>
                <a:cs typeface="+mn-lt"/>
              </a:rPr>
              <a:t>phân</a:t>
            </a:r>
            <a:r>
              <a:rPr lang="en-US" sz="2000" dirty="0">
                <a:ea typeface="+mn-lt"/>
                <a:cs typeface="+mn-lt"/>
              </a:rPr>
              <a:t> </a:t>
            </a:r>
            <a:r>
              <a:rPr lang="en-US" sz="2000" dirty="0" err="1">
                <a:ea typeface="+mn-lt"/>
                <a:cs typeface="+mn-lt"/>
              </a:rPr>
              <a:t>loại</a:t>
            </a:r>
            <a:r>
              <a:rPr lang="en-US" sz="2000" dirty="0">
                <a:ea typeface="+mn-lt"/>
                <a:cs typeface="+mn-lt"/>
              </a:rPr>
              <a:t>, </a:t>
            </a:r>
            <a:r>
              <a:rPr lang="en-US" sz="2000" dirty="0" err="1">
                <a:ea typeface="+mn-lt"/>
                <a:cs typeface="+mn-lt"/>
              </a:rPr>
              <a:t>phân</a:t>
            </a:r>
            <a:r>
              <a:rPr lang="en-US" sz="2000" dirty="0">
                <a:ea typeface="+mn-lt"/>
                <a:cs typeface="+mn-lt"/>
              </a:rPr>
              <a:t> </a:t>
            </a:r>
            <a:r>
              <a:rPr lang="en-US" sz="2000" dirty="0" err="1">
                <a:ea typeface="+mn-lt"/>
                <a:cs typeface="+mn-lt"/>
              </a:rPr>
              <a:t>biệt</a:t>
            </a:r>
            <a:r>
              <a:rPr lang="en-US" sz="2000" dirty="0">
                <a:ea typeface="+mn-lt"/>
                <a:cs typeface="+mn-lt"/>
              </a:rPr>
              <a:t> hay </a:t>
            </a:r>
            <a:r>
              <a:rPr lang="en-US" sz="2000" dirty="0" err="1">
                <a:ea typeface="+mn-lt"/>
                <a:cs typeface="+mn-lt"/>
              </a:rPr>
              <a:t>đơn</a:t>
            </a:r>
            <a:r>
              <a:rPr lang="en-US" sz="2000" dirty="0">
                <a:ea typeface="+mn-lt"/>
                <a:cs typeface="+mn-lt"/>
              </a:rPr>
              <a:t> </a:t>
            </a:r>
            <a:r>
              <a:rPr lang="en-US" sz="2000" dirty="0" err="1">
                <a:ea typeface="+mn-lt"/>
                <a:cs typeface="+mn-lt"/>
              </a:rPr>
              <a:t>vị</a:t>
            </a:r>
            <a:r>
              <a:rPr lang="en-US" sz="2000" dirty="0">
                <a:ea typeface="+mn-lt"/>
                <a:cs typeface="+mn-lt"/>
              </a:rPr>
              <a:t> </a:t>
            </a:r>
            <a:r>
              <a:rPr lang="en-US" sz="2000" dirty="0" err="1">
                <a:ea typeface="+mn-lt"/>
                <a:cs typeface="+mn-lt"/>
              </a:rPr>
              <a:t>của</a:t>
            </a:r>
            <a:r>
              <a:rPr lang="en-US" sz="2000" dirty="0">
                <a:ea typeface="+mn-lt"/>
                <a:cs typeface="+mn-lt"/>
              </a:rPr>
              <a:t> </a:t>
            </a:r>
            <a:r>
              <a:rPr lang="en-US" sz="2000" dirty="0" err="1">
                <a:ea typeface="+mn-lt"/>
                <a:cs typeface="+mn-lt"/>
              </a:rPr>
              <a:t>dữ</a:t>
            </a:r>
            <a:r>
              <a:rPr lang="en-US" sz="2000" dirty="0">
                <a:ea typeface="+mn-lt"/>
                <a:cs typeface="+mn-lt"/>
              </a:rPr>
              <a:t> </a:t>
            </a:r>
            <a:r>
              <a:rPr lang="en-US" sz="2000" dirty="0" err="1">
                <a:ea typeface="+mn-lt"/>
                <a:cs typeface="+mn-lt"/>
              </a:rPr>
              <a:t>liệu</a:t>
            </a:r>
            <a:r>
              <a:rPr lang="en-US" sz="2000" dirty="0">
                <a:ea typeface="+mn-lt"/>
                <a:cs typeface="+mn-lt"/>
              </a:rPr>
              <a:t> ...</a:t>
            </a:r>
          </a:p>
        </p:txBody>
      </p:sp>
      <p:sp>
        <p:nvSpPr>
          <p:cNvPr id="4" name="Slide Number Placeholder 3">
            <a:extLst>
              <a:ext uri="{FF2B5EF4-FFF2-40B4-BE49-F238E27FC236}">
                <a16:creationId xmlns:a16="http://schemas.microsoft.com/office/drawing/2014/main" id="{DCCA64B3-7CE0-723D-D565-419C7715262A}"/>
              </a:ext>
            </a:extLst>
          </p:cNvPr>
          <p:cNvSpPr>
            <a:spLocks noGrp="1"/>
          </p:cNvSpPr>
          <p:nvPr>
            <p:ph type="sldNum" sz="quarter" idx="12"/>
          </p:nvPr>
        </p:nvSpPr>
        <p:spPr/>
        <p:txBody>
          <a:bodyPr/>
          <a:lstStyle/>
          <a:p>
            <a:fld id="{6A14BA1B-0DF8-9749-BA6B-F4B0BAA32ABF}" type="slidenum">
              <a:rPr lang="en-VN" smtClean="0"/>
              <a:t>2</a:t>
            </a:fld>
            <a:endParaRPr lang="en-VN"/>
          </a:p>
        </p:txBody>
      </p:sp>
    </p:spTree>
    <p:extLst>
      <p:ext uri="{BB962C8B-B14F-4D97-AF65-F5344CB8AC3E}">
        <p14:creationId xmlns:p14="http://schemas.microsoft.com/office/powerpoint/2010/main" val="34792224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3C38C-2300-1FB4-B298-08BBF753C5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2B6239-4FCB-CEF6-7334-6A03DA6DCF97}"/>
              </a:ext>
            </a:extLst>
          </p:cNvPr>
          <p:cNvSpPr>
            <a:spLocks noGrp="1"/>
          </p:cNvSpPr>
          <p:nvPr>
            <p:ph type="title"/>
          </p:nvPr>
        </p:nvSpPr>
        <p:spPr/>
        <p:txBody>
          <a:bodyPr/>
          <a:lstStyle/>
          <a:p>
            <a:r>
              <a:rPr lang="en-US"/>
              <a:t>Hiểu dữ liệu</a:t>
            </a:r>
            <a:endParaRPr lang="en-US" dirty="0"/>
          </a:p>
        </p:txBody>
      </p:sp>
      <p:sp>
        <p:nvSpPr>
          <p:cNvPr id="3" name="Content Placeholder 2">
            <a:extLst>
              <a:ext uri="{FF2B5EF4-FFF2-40B4-BE49-F238E27FC236}">
                <a16:creationId xmlns:a16="http://schemas.microsoft.com/office/drawing/2014/main" id="{4932E033-AC80-18C9-C7EF-9AE54D622F9D}"/>
              </a:ext>
            </a:extLst>
          </p:cNvPr>
          <p:cNvSpPr>
            <a:spLocks noGrp="1"/>
          </p:cNvSpPr>
          <p:nvPr>
            <p:ph idx="1"/>
          </p:nvPr>
        </p:nvSpPr>
        <p:spPr/>
        <p:txBody>
          <a:bodyPr>
            <a:normAutofit/>
          </a:bodyPr>
          <a:lstStyle/>
          <a:p>
            <a:pPr marL="0" indent="0">
              <a:buNone/>
            </a:pPr>
            <a:r>
              <a:rPr lang="vi-VN" sz="2000" b="1"/>
              <a:t>Mục đích</a:t>
            </a:r>
            <a:r>
              <a:rPr lang="vi-VN" sz="2000"/>
              <a:t>: Xác định cấu trúc và đặc điểm cơ bản của dữ liệu.</a:t>
            </a:r>
          </a:p>
          <a:p>
            <a:pPr marL="0" indent="0">
              <a:buNone/>
            </a:pPr>
            <a:r>
              <a:rPr lang="vi-VN" sz="2000" b="1"/>
              <a:t>Các bước</a:t>
            </a:r>
            <a:r>
              <a:rPr lang="vi-VN" sz="2000"/>
              <a:t>: </a:t>
            </a:r>
            <a:endParaRPr lang="en-US" sz="2000"/>
          </a:p>
          <a:p>
            <a:pPr>
              <a:buFont typeface="Arial" panose="020B0604020202020204" pitchFamily="34" charset="0"/>
              <a:buChar char="•"/>
            </a:pPr>
            <a:r>
              <a:rPr lang="vi-VN" sz="2000" b="1"/>
              <a:t>Xác định loại dữ liệu</a:t>
            </a:r>
            <a:r>
              <a:rPr lang="vi-VN" sz="2000"/>
              <a:t>: Dữ liệu có thể là số (numerical), phân loại (categorical), thứ tự (ordinal), hoặc thời gian (temporal).</a:t>
            </a:r>
          </a:p>
          <a:p>
            <a:pPr>
              <a:buFont typeface="Arial" panose="020B0604020202020204" pitchFamily="34" charset="0"/>
              <a:buChar char="•"/>
            </a:pPr>
            <a:r>
              <a:rPr lang="vi-VN" sz="2000" b="1"/>
              <a:t>Kích thước dữ liệu</a:t>
            </a:r>
            <a:r>
              <a:rPr lang="vi-VN" sz="2000"/>
              <a:t>: Xem số lượng hàng (mẫu) và cột (đặc trưng) trong tập dữ liệu.</a:t>
            </a:r>
          </a:p>
          <a:p>
            <a:pPr>
              <a:buFont typeface="Arial" panose="020B0604020202020204" pitchFamily="34" charset="0"/>
              <a:buChar char="•"/>
            </a:pPr>
            <a:r>
              <a:rPr lang="vi-VN" sz="2000" b="1"/>
              <a:t>Đặc điểm cơ bản</a:t>
            </a:r>
            <a:r>
              <a:rPr lang="vi-VN" sz="2000"/>
              <a:t>: Tính các chỉ số như giá trị trung bình, trung vị (median), mode, phạm vi, độ lệch chuẩn cho dữ liệu số; tần suất cho dữ liệu phân loại.</a:t>
            </a:r>
            <a:endParaRPr lang="en-US" sz="2000"/>
          </a:p>
          <a:p>
            <a:pPr marL="0" indent="0">
              <a:buNone/>
            </a:pPr>
            <a:r>
              <a:rPr lang="vi-VN" sz="2000"/>
              <a:t>Ví dụ: Sử dụng df.info() để xem thông tin tổng quan, df.describe() để tính các thống kê cơ bản trong Python (thư viện pandas).</a:t>
            </a:r>
          </a:p>
          <a:p>
            <a:pPr marL="0" indent="0">
              <a:buNone/>
            </a:pPr>
            <a:endParaRPr lang="en-US" sz="2000" dirty="0">
              <a:ea typeface="+mn-lt"/>
              <a:cs typeface="+mn-lt"/>
            </a:endParaRPr>
          </a:p>
        </p:txBody>
      </p:sp>
      <p:sp>
        <p:nvSpPr>
          <p:cNvPr id="4" name="Slide Number Placeholder 3">
            <a:extLst>
              <a:ext uri="{FF2B5EF4-FFF2-40B4-BE49-F238E27FC236}">
                <a16:creationId xmlns:a16="http://schemas.microsoft.com/office/drawing/2014/main" id="{13064047-3A10-560E-D5F1-94CA1D84E322}"/>
              </a:ext>
            </a:extLst>
          </p:cNvPr>
          <p:cNvSpPr>
            <a:spLocks noGrp="1"/>
          </p:cNvSpPr>
          <p:nvPr>
            <p:ph type="sldNum" sz="quarter" idx="12"/>
          </p:nvPr>
        </p:nvSpPr>
        <p:spPr/>
        <p:txBody>
          <a:bodyPr/>
          <a:lstStyle/>
          <a:p>
            <a:fld id="{6A14BA1B-0DF8-9749-BA6B-F4B0BAA32ABF}" type="slidenum">
              <a:rPr lang="en-VN" smtClean="0"/>
              <a:t>3</a:t>
            </a:fld>
            <a:endParaRPr lang="en-VN"/>
          </a:p>
        </p:txBody>
      </p:sp>
    </p:spTree>
    <p:extLst>
      <p:ext uri="{BB962C8B-B14F-4D97-AF65-F5344CB8AC3E}">
        <p14:creationId xmlns:p14="http://schemas.microsoft.com/office/powerpoint/2010/main" val="22177726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29D0C-6A4D-0015-9C9A-332AEA66BEF2}"/>
              </a:ext>
            </a:extLst>
          </p:cNvPr>
          <p:cNvSpPr>
            <a:spLocks noGrp="1"/>
          </p:cNvSpPr>
          <p:nvPr>
            <p:ph type="title"/>
          </p:nvPr>
        </p:nvSpPr>
        <p:spPr/>
        <p:txBody>
          <a:bodyPr/>
          <a:lstStyle/>
          <a:p>
            <a:r>
              <a:rPr lang="en-US" dirty="0" err="1"/>
              <a:t>Làm</a:t>
            </a:r>
            <a:r>
              <a:rPr lang="en-US" dirty="0"/>
              <a:t> </a:t>
            </a:r>
            <a:r>
              <a:rPr lang="en-US" dirty="0" err="1"/>
              <a:t>sạch</a:t>
            </a:r>
            <a:r>
              <a:rPr lang="en-US" dirty="0"/>
              <a:t> </a:t>
            </a:r>
            <a:r>
              <a:rPr lang="en-US" dirty="0" err="1"/>
              <a:t>dữ</a:t>
            </a:r>
            <a:r>
              <a:rPr lang="en-US" dirty="0"/>
              <a:t> </a:t>
            </a:r>
            <a:r>
              <a:rPr lang="en-US" dirty="0" err="1"/>
              <a:t>liệu</a:t>
            </a:r>
            <a:endParaRPr lang="en-US" dirty="0"/>
          </a:p>
        </p:txBody>
      </p:sp>
      <p:sp>
        <p:nvSpPr>
          <p:cNvPr id="4" name="Slide Number Placeholder 3">
            <a:extLst>
              <a:ext uri="{FF2B5EF4-FFF2-40B4-BE49-F238E27FC236}">
                <a16:creationId xmlns:a16="http://schemas.microsoft.com/office/drawing/2014/main" id="{D67F2E52-5ACC-D315-3E36-35B5498D7AED}"/>
              </a:ext>
            </a:extLst>
          </p:cNvPr>
          <p:cNvSpPr>
            <a:spLocks noGrp="1"/>
          </p:cNvSpPr>
          <p:nvPr>
            <p:ph type="sldNum" sz="quarter" idx="12"/>
          </p:nvPr>
        </p:nvSpPr>
        <p:spPr/>
        <p:txBody>
          <a:bodyPr/>
          <a:lstStyle/>
          <a:p>
            <a:fld id="{6A14BA1B-0DF8-9749-BA6B-F4B0BAA32ABF}" type="slidenum">
              <a:rPr lang="en-VN" smtClean="0"/>
              <a:t>4</a:t>
            </a:fld>
            <a:endParaRPr lang="en-VN"/>
          </a:p>
        </p:txBody>
      </p:sp>
      <p:sp>
        <p:nvSpPr>
          <p:cNvPr id="8" name="Content Placeholder 7">
            <a:extLst>
              <a:ext uri="{FF2B5EF4-FFF2-40B4-BE49-F238E27FC236}">
                <a16:creationId xmlns:a16="http://schemas.microsoft.com/office/drawing/2014/main" id="{F4F3C9DC-EEF4-C473-8992-2952A5EC7A99}"/>
              </a:ext>
            </a:extLst>
          </p:cNvPr>
          <p:cNvSpPr>
            <a:spLocks noGrp="1"/>
          </p:cNvSpPr>
          <p:nvPr>
            <p:ph idx="1"/>
          </p:nvPr>
        </p:nvSpPr>
        <p:spPr/>
        <p:txBody>
          <a:bodyPr/>
          <a:lstStyle/>
          <a:p>
            <a:r>
              <a:rPr lang="en-US" sz="2400">
                <a:ea typeface="+mn-lt"/>
                <a:cs typeface="+mn-lt"/>
              </a:rPr>
              <a:t>Đây là thủ tục quan trọng gồm ba bước chính:</a:t>
            </a:r>
            <a:endParaRPr lang="en-US" sz="2400">
              <a:solidFill>
                <a:srgbClr val="000000"/>
              </a:solidFill>
              <a:ea typeface="等线"/>
              <a:cs typeface="Calibri"/>
            </a:endParaRPr>
          </a:p>
          <a:p>
            <a:pPr lvl="1" indent="-457200">
              <a:buAutoNum type="arabicPeriod"/>
            </a:pPr>
            <a:r>
              <a:rPr lang="en-US" sz="2000">
                <a:ea typeface="+mn-lt"/>
                <a:cs typeface="+mn-lt"/>
              </a:rPr>
              <a:t>Điền đầy các giá trị bị mất</a:t>
            </a:r>
            <a:endParaRPr lang="en-US" sz="2000">
              <a:ea typeface="等线"/>
              <a:cs typeface="Calibri"/>
            </a:endParaRPr>
          </a:p>
          <a:p>
            <a:pPr lvl="1" indent="-457200">
              <a:buAutoNum type="arabicPeriod"/>
            </a:pPr>
            <a:r>
              <a:rPr lang="en-US" sz="2000">
                <a:ea typeface="+mn-lt"/>
                <a:cs typeface="+mn-lt"/>
              </a:rPr>
              <a:t>Loại nhiễu</a:t>
            </a:r>
            <a:endParaRPr lang="en-US" sz="2000">
              <a:ea typeface="等线"/>
              <a:cs typeface="Calibri"/>
            </a:endParaRPr>
          </a:p>
          <a:p>
            <a:pPr lvl="1" indent="-457200">
              <a:buAutoNum type="arabicPeriod"/>
            </a:pPr>
            <a:r>
              <a:rPr lang="en-US" sz="2000">
                <a:ea typeface="+mn-lt"/>
                <a:cs typeface="+mn-lt"/>
              </a:rPr>
              <a:t>Kiểm tra và sửa tính không nhất quán</a:t>
            </a:r>
            <a:endParaRPr lang="en-US" sz="2000">
              <a:ea typeface="等线"/>
              <a:cs typeface="Calibri"/>
            </a:endParaRPr>
          </a:p>
          <a:p>
            <a:pPr lvl="1" eaLnBrk="1" hangingPunct="1">
              <a:lnSpc>
                <a:spcPct val="120000"/>
              </a:lnSpc>
            </a:pPr>
            <a:r>
              <a:rPr lang="en-US" altLang="en-US" sz="2000" u="sng"/>
              <a:t>incomplete</a:t>
            </a:r>
            <a:r>
              <a:rPr lang="en-US" altLang="en-US" sz="2000"/>
              <a:t>: Thiếu thuộc tính</a:t>
            </a:r>
          </a:p>
          <a:p>
            <a:pPr lvl="2" eaLnBrk="1" hangingPunct="1">
              <a:lnSpc>
                <a:spcPct val="110000"/>
              </a:lnSpc>
            </a:pPr>
            <a:r>
              <a:rPr lang="en-US" altLang="en-US" sz="2000"/>
              <a:t>e.g., </a:t>
            </a:r>
            <a:r>
              <a:rPr lang="en-US" altLang="en-US" sz="2000" i="1"/>
              <a:t>Occupation</a:t>
            </a:r>
            <a:r>
              <a:rPr lang="en-US" altLang="en-US" sz="2000"/>
              <a:t>=“ ” (missing data)</a:t>
            </a:r>
          </a:p>
          <a:p>
            <a:pPr lvl="1" eaLnBrk="1" hangingPunct="1">
              <a:lnSpc>
                <a:spcPct val="110000"/>
              </a:lnSpc>
            </a:pPr>
            <a:r>
              <a:rPr lang="en-US" altLang="en-US" sz="2000" u="sng"/>
              <a:t>noisy</a:t>
            </a:r>
            <a:r>
              <a:rPr lang="en-US" altLang="en-US" sz="2000"/>
              <a:t>: Chứa noise, errors, or outliers</a:t>
            </a:r>
          </a:p>
          <a:p>
            <a:pPr lvl="2" eaLnBrk="1" hangingPunct="1">
              <a:lnSpc>
                <a:spcPct val="110000"/>
              </a:lnSpc>
            </a:pPr>
            <a:r>
              <a:rPr lang="en-US" altLang="en-US" sz="2000"/>
              <a:t>e.g., </a:t>
            </a:r>
            <a:r>
              <a:rPr lang="en-US" altLang="en-US" sz="2000" i="1"/>
              <a:t>Salary</a:t>
            </a:r>
            <a:r>
              <a:rPr lang="en-US" altLang="en-US" sz="2000"/>
              <a:t>=“</a:t>
            </a:r>
            <a:r>
              <a:rPr lang="en-US" altLang="en-US" sz="2000">
                <a:cs typeface="Tahoma" panose="020B0604030504040204" pitchFamily="34" charset="0"/>
              </a:rPr>
              <a:t>−</a:t>
            </a:r>
            <a:r>
              <a:rPr lang="en-US" altLang="en-US" sz="2000"/>
              <a:t>10” (an error)</a:t>
            </a:r>
          </a:p>
          <a:p>
            <a:pPr lvl="1" eaLnBrk="1" hangingPunct="1">
              <a:lnSpc>
                <a:spcPct val="110000"/>
              </a:lnSpc>
            </a:pPr>
            <a:r>
              <a:rPr lang="en-US" altLang="en-US" sz="2000" u="sng"/>
              <a:t>inconsistent</a:t>
            </a:r>
            <a:r>
              <a:rPr lang="en-US" altLang="en-US" sz="2000"/>
              <a:t>: Chứa dữ liệu khác nhau của cùng codes hoặc names, e.g.,</a:t>
            </a:r>
          </a:p>
          <a:p>
            <a:pPr lvl="2" eaLnBrk="1" hangingPunct="1">
              <a:lnSpc>
                <a:spcPct val="110000"/>
              </a:lnSpc>
            </a:pPr>
            <a:r>
              <a:rPr lang="en-US" altLang="en-US" sz="2000" i="1"/>
              <a:t>Age</a:t>
            </a:r>
            <a:r>
              <a:rPr lang="en-US" altLang="en-US" sz="2000"/>
              <a:t>=“42”, </a:t>
            </a:r>
            <a:r>
              <a:rPr lang="en-US" altLang="en-US" sz="2000" i="1"/>
              <a:t>Birthday</a:t>
            </a:r>
            <a:r>
              <a:rPr lang="en-US" altLang="en-US" sz="2000"/>
              <a:t>=“03/07/2010”</a:t>
            </a:r>
          </a:p>
          <a:p>
            <a:pPr lvl="2" eaLnBrk="1" hangingPunct="1">
              <a:lnSpc>
                <a:spcPct val="110000"/>
              </a:lnSpc>
            </a:pPr>
            <a:r>
              <a:rPr lang="en-US" altLang="en-US" sz="2000"/>
              <a:t>Was rating “1, 2, 3”, now rating “A, B, C”</a:t>
            </a:r>
          </a:p>
          <a:p>
            <a:pPr lvl="2" eaLnBrk="1" hangingPunct="1">
              <a:lnSpc>
                <a:spcPct val="110000"/>
              </a:lnSpc>
            </a:pPr>
            <a:r>
              <a:rPr lang="en-US" altLang="en-US" sz="2000"/>
              <a:t>discrepancy between duplicate records</a:t>
            </a:r>
          </a:p>
          <a:p>
            <a:endParaRPr lang="en-US"/>
          </a:p>
        </p:txBody>
      </p:sp>
    </p:spTree>
    <p:extLst>
      <p:ext uri="{BB962C8B-B14F-4D97-AF65-F5344CB8AC3E}">
        <p14:creationId xmlns:p14="http://schemas.microsoft.com/office/powerpoint/2010/main" val="13289850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905F9-2BA1-CB13-38E1-EB58650F69AD}"/>
              </a:ext>
            </a:extLst>
          </p:cNvPr>
          <p:cNvSpPr>
            <a:spLocks noGrp="1"/>
          </p:cNvSpPr>
          <p:nvPr>
            <p:ph type="title"/>
          </p:nvPr>
        </p:nvSpPr>
        <p:spPr/>
        <p:txBody>
          <a:bodyPr/>
          <a:lstStyle/>
          <a:p>
            <a:r>
              <a:rPr lang="en-US" dirty="0" err="1"/>
              <a:t>Làm</a:t>
            </a:r>
            <a:r>
              <a:rPr lang="en-US" dirty="0"/>
              <a:t> </a:t>
            </a:r>
            <a:r>
              <a:rPr lang="en-US" dirty="0" err="1"/>
              <a:t>sạch</a:t>
            </a:r>
            <a:r>
              <a:rPr lang="en-US" dirty="0"/>
              <a:t> </a:t>
            </a:r>
            <a:r>
              <a:rPr lang="en-US" dirty="0" err="1"/>
              <a:t>dữ</a:t>
            </a:r>
            <a:r>
              <a:rPr lang="en-US" dirty="0"/>
              <a:t> </a:t>
            </a:r>
            <a:r>
              <a:rPr lang="en-US" dirty="0" err="1"/>
              <a:t>liệu</a:t>
            </a:r>
            <a:endParaRPr lang="en-US" dirty="0"/>
          </a:p>
        </p:txBody>
      </p:sp>
      <p:sp>
        <p:nvSpPr>
          <p:cNvPr id="3" name="Content Placeholder 2">
            <a:extLst>
              <a:ext uri="{FF2B5EF4-FFF2-40B4-BE49-F238E27FC236}">
                <a16:creationId xmlns:a16="http://schemas.microsoft.com/office/drawing/2014/main" id="{A0489FFE-BE38-9D86-33FC-4C4FF15C2D5A}"/>
              </a:ext>
            </a:extLst>
          </p:cNvPr>
          <p:cNvSpPr>
            <a:spLocks noGrp="1"/>
          </p:cNvSpPr>
          <p:nvPr>
            <p:ph idx="1"/>
          </p:nvPr>
        </p:nvSpPr>
        <p:spPr/>
        <p:txBody>
          <a:bodyPr/>
          <a:lstStyle/>
          <a:p>
            <a:r>
              <a:rPr lang="en-US" sz="2400" b="1">
                <a:solidFill>
                  <a:srgbClr val="00B0F0"/>
                </a:solidFill>
                <a:ea typeface="+mn-lt"/>
                <a:cs typeface="+mn-lt"/>
              </a:rPr>
              <a:t>Bước 1</a:t>
            </a:r>
            <a:r>
              <a:rPr lang="en-US" sz="2400">
                <a:ea typeface="+mn-lt"/>
                <a:cs typeface="+mn-lt"/>
              </a:rPr>
              <a:t>: Điền đầy các giá trị bị mất, có thể chọn một trong các phương pháp</a:t>
            </a:r>
            <a:endParaRPr lang="en-US" sz="2400">
              <a:ea typeface="等线"/>
              <a:cs typeface="Calibri"/>
            </a:endParaRPr>
          </a:p>
          <a:p>
            <a:pPr lvl="1" indent="-457200"/>
            <a:r>
              <a:rPr lang="en-US" sz="2000">
                <a:ea typeface="+mn-lt"/>
                <a:cs typeface="+mn-lt"/>
              </a:rPr>
              <a:t>Bỏ không xét đến bộ dữ liệu bị mất giá trị</a:t>
            </a:r>
            <a:endParaRPr lang="en-US" sz="2000">
              <a:ea typeface="等线"/>
              <a:cs typeface="Calibri"/>
            </a:endParaRPr>
          </a:p>
          <a:p>
            <a:pPr lvl="1" indent="-457200"/>
            <a:r>
              <a:rPr lang="en-US" sz="2000">
                <a:ea typeface="+mn-lt"/>
                <a:cs typeface="+mn-lt"/>
              </a:rPr>
              <a:t>Điền lại giá trị bằng tay</a:t>
            </a:r>
            <a:endParaRPr lang="en-US" sz="2000">
              <a:ea typeface="等线"/>
              <a:cs typeface="Calibri"/>
            </a:endParaRPr>
          </a:p>
          <a:p>
            <a:pPr lvl="1" indent="-457200"/>
            <a:r>
              <a:rPr lang="en-US" sz="2000">
                <a:ea typeface="+mn-lt"/>
                <a:cs typeface="+mn-lt"/>
              </a:rPr>
              <a:t>Gán cho giá trị nhãn đặc biệt hay ngoài khoảng biểu diễn</a:t>
            </a:r>
            <a:endParaRPr lang="en-US" sz="2000">
              <a:ea typeface="等线"/>
              <a:cs typeface="Calibri"/>
            </a:endParaRPr>
          </a:p>
          <a:p>
            <a:pPr lvl="1" indent="-457200"/>
            <a:r>
              <a:rPr lang="en-US" sz="2000">
                <a:ea typeface="+mn-lt"/>
                <a:cs typeface="+mn-lt"/>
              </a:rPr>
              <a:t>Gán giá trị trung bình cho nó.</a:t>
            </a:r>
            <a:endParaRPr lang="en-US" sz="2000">
              <a:ea typeface="等线"/>
              <a:cs typeface="Calibri"/>
            </a:endParaRPr>
          </a:p>
          <a:p>
            <a:pPr lvl="1" indent="-457200"/>
            <a:r>
              <a:rPr lang="en-US" sz="2000">
                <a:ea typeface="+mn-lt"/>
                <a:cs typeface="+mn-lt"/>
              </a:rPr>
              <a:t>Gán giá trị trung bình của các mẫu khác thuộc cùng lớp đó.</a:t>
            </a:r>
            <a:endParaRPr lang="en-US" sz="2000">
              <a:ea typeface="等线"/>
              <a:cs typeface="Calibri"/>
            </a:endParaRPr>
          </a:p>
          <a:p>
            <a:pPr lvl="1" indent="-457200"/>
            <a:r>
              <a:rPr lang="en-US" sz="2000">
                <a:ea typeface="+mn-lt"/>
                <a:cs typeface="+mn-lt"/>
              </a:rPr>
              <a:t>Sử dụng các mô hình học máy (</a:t>
            </a:r>
            <a:r>
              <a:rPr lang="en-US" sz="2000">
                <a:solidFill>
                  <a:srgbClr val="FF0000"/>
                </a:solidFill>
                <a:ea typeface="+mn-lt"/>
                <a:cs typeface="+mn-lt"/>
              </a:rPr>
              <a:t>sẽ học ở các bài sau</a:t>
            </a:r>
            <a:r>
              <a:rPr lang="en-US" sz="2000">
                <a:ea typeface="+mn-lt"/>
                <a:cs typeface="+mn-lt"/>
              </a:rPr>
              <a:t>)</a:t>
            </a:r>
            <a:endParaRPr lang="en-US" sz="2000">
              <a:cs typeface="Calibri" panose="020F0502020204030204"/>
            </a:endParaRPr>
          </a:p>
          <a:p>
            <a:endParaRPr lang="en-US"/>
          </a:p>
        </p:txBody>
      </p:sp>
      <p:sp>
        <p:nvSpPr>
          <p:cNvPr id="4" name="Slide Number Placeholder 3">
            <a:extLst>
              <a:ext uri="{FF2B5EF4-FFF2-40B4-BE49-F238E27FC236}">
                <a16:creationId xmlns:a16="http://schemas.microsoft.com/office/drawing/2014/main" id="{F33C7B2D-D7D5-B735-D519-A12DB4F46CAA}"/>
              </a:ext>
            </a:extLst>
          </p:cNvPr>
          <p:cNvSpPr>
            <a:spLocks noGrp="1"/>
          </p:cNvSpPr>
          <p:nvPr>
            <p:ph type="sldNum" sz="quarter" idx="12"/>
          </p:nvPr>
        </p:nvSpPr>
        <p:spPr/>
        <p:txBody>
          <a:bodyPr/>
          <a:lstStyle/>
          <a:p>
            <a:fld id="{6A14BA1B-0DF8-9749-BA6B-F4B0BAA32ABF}" type="slidenum">
              <a:rPr lang="en-VN" smtClean="0"/>
              <a:t>5</a:t>
            </a:fld>
            <a:endParaRPr lang="en-VN"/>
          </a:p>
        </p:txBody>
      </p:sp>
    </p:spTree>
    <p:extLst>
      <p:ext uri="{BB962C8B-B14F-4D97-AF65-F5344CB8AC3E}">
        <p14:creationId xmlns:p14="http://schemas.microsoft.com/office/powerpoint/2010/main" val="39804113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37C8B-2413-7250-B796-AB46826D89C6}"/>
              </a:ext>
            </a:extLst>
          </p:cNvPr>
          <p:cNvSpPr>
            <a:spLocks noGrp="1"/>
          </p:cNvSpPr>
          <p:nvPr>
            <p:ph type="title"/>
          </p:nvPr>
        </p:nvSpPr>
        <p:spPr/>
        <p:txBody>
          <a:bodyPr/>
          <a:lstStyle/>
          <a:p>
            <a:r>
              <a:rPr lang="en-US"/>
              <a:t>Làm sạch bằng phân loại và hồi quy</a:t>
            </a:r>
          </a:p>
        </p:txBody>
      </p:sp>
      <p:sp>
        <p:nvSpPr>
          <p:cNvPr id="4" name="Slide Number Placeholder 3">
            <a:extLst>
              <a:ext uri="{FF2B5EF4-FFF2-40B4-BE49-F238E27FC236}">
                <a16:creationId xmlns:a16="http://schemas.microsoft.com/office/drawing/2014/main" id="{299D2E5E-49D0-F477-491F-BA0670E12073}"/>
              </a:ext>
            </a:extLst>
          </p:cNvPr>
          <p:cNvSpPr>
            <a:spLocks noGrp="1"/>
          </p:cNvSpPr>
          <p:nvPr>
            <p:ph type="sldNum" sz="quarter" idx="12"/>
          </p:nvPr>
        </p:nvSpPr>
        <p:spPr/>
        <p:txBody>
          <a:bodyPr/>
          <a:lstStyle/>
          <a:p>
            <a:fld id="{6A14BA1B-0DF8-9749-BA6B-F4B0BAA32ABF}" type="slidenum">
              <a:rPr lang="en-VN" smtClean="0"/>
              <a:t>6</a:t>
            </a:fld>
            <a:endParaRPr lang="en-VN"/>
          </a:p>
        </p:txBody>
      </p:sp>
      <p:grpSp>
        <p:nvGrpSpPr>
          <p:cNvPr id="6" name="Group 5">
            <a:extLst>
              <a:ext uri="{FF2B5EF4-FFF2-40B4-BE49-F238E27FC236}">
                <a16:creationId xmlns:a16="http://schemas.microsoft.com/office/drawing/2014/main" id="{E7857AC5-62D3-7CC0-57CD-E598D7C32839}"/>
              </a:ext>
            </a:extLst>
          </p:cNvPr>
          <p:cNvGrpSpPr/>
          <p:nvPr/>
        </p:nvGrpSpPr>
        <p:grpSpPr>
          <a:xfrm>
            <a:off x="1295400" y="1750796"/>
            <a:ext cx="4301837" cy="3638622"/>
            <a:chOff x="1631950" y="2251075"/>
            <a:chExt cx="6016625" cy="4113213"/>
          </a:xfrm>
        </p:grpSpPr>
        <p:sp>
          <p:nvSpPr>
            <p:cNvPr id="7" name="AutoShape 3">
              <a:extLst>
                <a:ext uri="{FF2B5EF4-FFF2-40B4-BE49-F238E27FC236}">
                  <a16:creationId xmlns:a16="http://schemas.microsoft.com/office/drawing/2014/main" id="{8F276D7D-4947-8F79-E8C9-2E363768088A}"/>
                </a:ext>
              </a:extLst>
            </p:cNvPr>
            <p:cNvSpPr>
              <a:spLocks noChangeArrowheads="1"/>
            </p:cNvSpPr>
            <p:nvPr/>
          </p:nvSpPr>
          <p:spPr bwMode="auto">
            <a:xfrm>
              <a:off x="6697663" y="5761038"/>
              <a:ext cx="142875" cy="14605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AutoShape 4">
              <a:extLst>
                <a:ext uri="{FF2B5EF4-FFF2-40B4-BE49-F238E27FC236}">
                  <a16:creationId xmlns:a16="http://schemas.microsoft.com/office/drawing/2014/main" id="{EB4C6318-8535-71FE-CC20-A30A573AC1CB}"/>
                </a:ext>
              </a:extLst>
            </p:cNvPr>
            <p:cNvSpPr>
              <a:spLocks noChangeArrowheads="1"/>
            </p:cNvSpPr>
            <p:nvPr/>
          </p:nvSpPr>
          <p:spPr bwMode="auto">
            <a:xfrm>
              <a:off x="3776663" y="5940425"/>
              <a:ext cx="142875" cy="14605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AutoShape 5">
              <a:extLst>
                <a:ext uri="{FF2B5EF4-FFF2-40B4-BE49-F238E27FC236}">
                  <a16:creationId xmlns:a16="http://schemas.microsoft.com/office/drawing/2014/main" id="{1F765600-B24D-1A18-8F3E-992743DDFE23}"/>
                </a:ext>
              </a:extLst>
            </p:cNvPr>
            <p:cNvSpPr>
              <a:spLocks noChangeArrowheads="1"/>
            </p:cNvSpPr>
            <p:nvPr/>
          </p:nvSpPr>
          <p:spPr bwMode="auto">
            <a:xfrm>
              <a:off x="7075488" y="2514600"/>
              <a:ext cx="142875" cy="14605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0" name="Group 15">
              <a:extLst>
                <a:ext uri="{FF2B5EF4-FFF2-40B4-BE49-F238E27FC236}">
                  <a16:creationId xmlns:a16="http://schemas.microsoft.com/office/drawing/2014/main" id="{148CFBE9-7DCA-0559-7DD3-E12D518B4DEE}"/>
                </a:ext>
              </a:extLst>
            </p:cNvPr>
            <p:cNvGrpSpPr>
              <a:grpSpLocks/>
            </p:cNvGrpSpPr>
            <p:nvPr/>
          </p:nvGrpSpPr>
          <p:grpSpPr bwMode="auto">
            <a:xfrm>
              <a:off x="1631950" y="2251075"/>
              <a:ext cx="6016625" cy="4113213"/>
              <a:chOff x="1028" y="1418"/>
              <a:chExt cx="3790" cy="2591"/>
            </a:xfrm>
          </p:grpSpPr>
          <p:sp>
            <p:nvSpPr>
              <p:cNvPr id="11" name="AutoShape 16">
                <a:extLst>
                  <a:ext uri="{FF2B5EF4-FFF2-40B4-BE49-F238E27FC236}">
                    <a16:creationId xmlns:a16="http://schemas.microsoft.com/office/drawing/2014/main" id="{5E988B15-FF34-480D-C59C-AB659DFA88ED}"/>
                  </a:ext>
                </a:extLst>
              </p:cNvPr>
              <p:cNvSpPr>
                <a:spLocks noChangeArrowheads="1"/>
              </p:cNvSpPr>
              <p:nvPr/>
            </p:nvSpPr>
            <p:spPr bwMode="auto">
              <a:xfrm>
                <a:off x="1755" y="2737"/>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AutoShape 17">
                <a:extLst>
                  <a:ext uri="{FF2B5EF4-FFF2-40B4-BE49-F238E27FC236}">
                    <a16:creationId xmlns:a16="http://schemas.microsoft.com/office/drawing/2014/main" id="{F2DB001F-48FA-52A1-76EE-D92FC3B7AED8}"/>
                  </a:ext>
                </a:extLst>
              </p:cNvPr>
              <p:cNvSpPr>
                <a:spLocks noChangeArrowheads="1"/>
              </p:cNvSpPr>
              <p:nvPr/>
            </p:nvSpPr>
            <p:spPr bwMode="auto">
              <a:xfrm>
                <a:off x="1633" y="2615"/>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 name="AutoShape 18">
                <a:extLst>
                  <a:ext uri="{FF2B5EF4-FFF2-40B4-BE49-F238E27FC236}">
                    <a16:creationId xmlns:a16="http://schemas.microsoft.com/office/drawing/2014/main" id="{B3DF38E5-6942-89E7-E0B0-FE54592C018D}"/>
                  </a:ext>
                </a:extLst>
              </p:cNvPr>
              <p:cNvSpPr>
                <a:spLocks noChangeArrowheads="1"/>
              </p:cNvSpPr>
              <p:nvPr/>
            </p:nvSpPr>
            <p:spPr bwMode="auto">
              <a:xfrm>
                <a:off x="1948" y="2630"/>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 name="AutoShape 19">
                <a:extLst>
                  <a:ext uri="{FF2B5EF4-FFF2-40B4-BE49-F238E27FC236}">
                    <a16:creationId xmlns:a16="http://schemas.microsoft.com/office/drawing/2014/main" id="{B937C1B5-DE06-691F-8579-E68AA6086A59}"/>
                  </a:ext>
                </a:extLst>
              </p:cNvPr>
              <p:cNvSpPr>
                <a:spLocks noChangeArrowheads="1"/>
              </p:cNvSpPr>
              <p:nvPr/>
            </p:nvSpPr>
            <p:spPr bwMode="auto">
              <a:xfrm>
                <a:off x="1797" y="2416"/>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AutoShape 20">
                <a:extLst>
                  <a:ext uri="{FF2B5EF4-FFF2-40B4-BE49-F238E27FC236}">
                    <a16:creationId xmlns:a16="http://schemas.microsoft.com/office/drawing/2014/main" id="{04360BCC-52D4-E2BD-2A22-7E99F265B283}"/>
                  </a:ext>
                </a:extLst>
              </p:cNvPr>
              <p:cNvSpPr>
                <a:spLocks noChangeArrowheads="1"/>
              </p:cNvSpPr>
              <p:nvPr/>
            </p:nvSpPr>
            <p:spPr bwMode="auto">
              <a:xfrm>
                <a:off x="1575" y="2757"/>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AutoShape 21">
                <a:extLst>
                  <a:ext uri="{FF2B5EF4-FFF2-40B4-BE49-F238E27FC236}">
                    <a16:creationId xmlns:a16="http://schemas.microsoft.com/office/drawing/2014/main" id="{6324E198-D672-87DA-077D-D6E85394D44B}"/>
                  </a:ext>
                </a:extLst>
              </p:cNvPr>
              <p:cNvSpPr>
                <a:spLocks noChangeArrowheads="1"/>
              </p:cNvSpPr>
              <p:nvPr/>
            </p:nvSpPr>
            <p:spPr bwMode="auto">
              <a:xfrm>
                <a:off x="1662" y="2462"/>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AutoShape 22">
                <a:extLst>
                  <a:ext uri="{FF2B5EF4-FFF2-40B4-BE49-F238E27FC236}">
                    <a16:creationId xmlns:a16="http://schemas.microsoft.com/office/drawing/2014/main" id="{0A366373-55E7-F2A4-471F-90C74E11680F}"/>
                  </a:ext>
                </a:extLst>
              </p:cNvPr>
              <p:cNvSpPr>
                <a:spLocks noChangeArrowheads="1"/>
              </p:cNvSpPr>
              <p:nvPr/>
            </p:nvSpPr>
            <p:spPr bwMode="auto">
              <a:xfrm>
                <a:off x="3169" y="2124"/>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AutoShape 23">
                <a:extLst>
                  <a:ext uri="{FF2B5EF4-FFF2-40B4-BE49-F238E27FC236}">
                    <a16:creationId xmlns:a16="http://schemas.microsoft.com/office/drawing/2014/main" id="{5ACCCFE5-C1C1-504A-2D0F-AF445605EADB}"/>
                  </a:ext>
                </a:extLst>
              </p:cNvPr>
              <p:cNvSpPr>
                <a:spLocks noChangeArrowheads="1"/>
              </p:cNvSpPr>
              <p:nvPr/>
            </p:nvSpPr>
            <p:spPr bwMode="auto">
              <a:xfrm>
                <a:off x="3100" y="2521"/>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AutoShape 24">
                <a:extLst>
                  <a:ext uri="{FF2B5EF4-FFF2-40B4-BE49-F238E27FC236}">
                    <a16:creationId xmlns:a16="http://schemas.microsoft.com/office/drawing/2014/main" id="{E0CFBADD-F877-7830-2228-503D89830FEE}"/>
                  </a:ext>
                </a:extLst>
              </p:cNvPr>
              <p:cNvSpPr>
                <a:spLocks noChangeArrowheads="1"/>
              </p:cNvSpPr>
              <p:nvPr/>
            </p:nvSpPr>
            <p:spPr bwMode="auto">
              <a:xfrm>
                <a:off x="3333" y="2298"/>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AutoShape 25">
                <a:extLst>
                  <a:ext uri="{FF2B5EF4-FFF2-40B4-BE49-F238E27FC236}">
                    <a16:creationId xmlns:a16="http://schemas.microsoft.com/office/drawing/2014/main" id="{06042A74-A004-5383-5222-FB89D0340A84}"/>
                  </a:ext>
                </a:extLst>
              </p:cNvPr>
              <p:cNvSpPr>
                <a:spLocks noChangeArrowheads="1"/>
              </p:cNvSpPr>
              <p:nvPr/>
            </p:nvSpPr>
            <p:spPr bwMode="auto">
              <a:xfrm>
                <a:off x="3010" y="2339"/>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AutoShape 26">
                <a:extLst>
                  <a:ext uri="{FF2B5EF4-FFF2-40B4-BE49-F238E27FC236}">
                    <a16:creationId xmlns:a16="http://schemas.microsoft.com/office/drawing/2014/main" id="{E7FFCEF4-4D79-A199-36D4-A323B9763E21}"/>
                  </a:ext>
                </a:extLst>
              </p:cNvPr>
              <p:cNvSpPr>
                <a:spLocks noChangeArrowheads="1"/>
              </p:cNvSpPr>
              <p:nvPr/>
            </p:nvSpPr>
            <p:spPr bwMode="auto">
              <a:xfrm>
                <a:off x="3706" y="2372"/>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 name="AutoShape 27">
                <a:extLst>
                  <a:ext uri="{FF2B5EF4-FFF2-40B4-BE49-F238E27FC236}">
                    <a16:creationId xmlns:a16="http://schemas.microsoft.com/office/drawing/2014/main" id="{03095D37-0671-8CC6-1F98-852E5A21F185}"/>
                  </a:ext>
                </a:extLst>
              </p:cNvPr>
              <p:cNvSpPr>
                <a:spLocks noChangeArrowheads="1"/>
              </p:cNvSpPr>
              <p:nvPr/>
            </p:nvSpPr>
            <p:spPr bwMode="auto">
              <a:xfrm>
                <a:off x="3594" y="2568"/>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Rectangle 28">
                <a:extLst>
                  <a:ext uri="{FF2B5EF4-FFF2-40B4-BE49-F238E27FC236}">
                    <a16:creationId xmlns:a16="http://schemas.microsoft.com/office/drawing/2014/main" id="{0FC06618-57CC-CAEE-F386-DF96FF55488F}"/>
                  </a:ext>
                </a:extLst>
              </p:cNvPr>
              <p:cNvSpPr>
                <a:spLocks noChangeArrowheads="1"/>
              </p:cNvSpPr>
              <p:nvPr/>
            </p:nvSpPr>
            <p:spPr bwMode="auto">
              <a:xfrm>
                <a:off x="1028" y="1418"/>
                <a:ext cx="3790" cy="259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 name="AutoShape 29">
                <a:extLst>
                  <a:ext uri="{FF2B5EF4-FFF2-40B4-BE49-F238E27FC236}">
                    <a16:creationId xmlns:a16="http://schemas.microsoft.com/office/drawing/2014/main" id="{DED74796-4EB9-4FCC-9DA5-E688E0D30D2B}"/>
                  </a:ext>
                </a:extLst>
              </p:cNvPr>
              <p:cNvSpPr>
                <a:spLocks noChangeArrowheads="1"/>
              </p:cNvSpPr>
              <p:nvPr/>
            </p:nvSpPr>
            <p:spPr bwMode="auto">
              <a:xfrm>
                <a:off x="1963" y="2828"/>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 name="AutoShape 30">
                <a:extLst>
                  <a:ext uri="{FF2B5EF4-FFF2-40B4-BE49-F238E27FC236}">
                    <a16:creationId xmlns:a16="http://schemas.microsoft.com/office/drawing/2014/main" id="{04DBBC98-E817-8DCD-DD8D-157F2E1C6943}"/>
                  </a:ext>
                </a:extLst>
              </p:cNvPr>
              <p:cNvSpPr>
                <a:spLocks noChangeArrowheads="1"/>
              </p:cNvSpPr>
              <p:nvPr/>
            </p:nvSpPr>
            <p:spPr bwMode="auto">
              <a:xfrm>
                <a:off x="2359" y="2851"/>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 name="AutoShape 31">
                <a:extLst>
                  <a:ext uri="{FF2B5EF4-FFF2-40B4-BE49-F238E27FC236}">
                    <a16:creationId xmlns:a16="http://schemas.microsoft.com/office/drawing/2014/main" id="{D30AF64D-DEE1-68BC-A561-450F1B9B03CE}"/>
                  </a:ext>
                </a:extLst>
              </p:cNvPr>
              <p:cNvSpPr>
                <a:spLocks noChangeArrowheads="1"/>
              </p:cNvSpPr>
              <p:nvPr/>
            </p:nvSpPr>
            <p:spPr bwMode="auto">
              <a:xfrm>
                <a:off x="3380" y="2616"/>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 name="AutoShape 32">
                <a:extLst>
                  <a:ext uri="{FF2B5EF4-FFF2-40B4-BE49-F238E27FC236}">
                    <a16:creationId xmlns:a16="http://schemas.microsoft.com/office/drawing/2014/main" id="{A3AE8BB3-F56D-7486-DFA0-F2674D7C946C}"/>
                  </a:ext>
                </a:extLst>
              </p:cNvPr>
              <p:cNvSpPr>
                <a:spLocks noChangeArrowheads="1"/>
              </p:cNvSpPr>
              <p:nvPr/>
            </p:nvSpPr>
            <p:spPr bwMode="auto">
              <a:xfrm>
                <a:off x="2819" y="2928"/>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 name="AutoShape 33">
                <a:extLst>
                  <a:ext uri="{FF2B5EF4-FFF2-40B4-BE49-F238E27FC236}">
                    <a16:creationId xmlns:a16="http://schemas.microsoft.com/office/drawing/2014/main" id="{545FBE11-EBD1-3476-4136-91D8455332F9}"/>
                  </a:ext>
                </a:extLst>
              </p:cNvPr>
              <p:cNvSpPr>
                <a:spLocks noChangeArrowheads="1"/>
              </p:cNvSpPr>
              <p:nvPr/>
            </p:nvSpPr>
            <p:spPr bwMode="auto">
              <a:xfrm>
                <a:off x="2651" y="3242"/>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 name="AutoShape 34">
                <a:extLst>
                  <a:ext uri="{FF2B5EF4-FFF2-40B4-BE49-F238E27FC236}">
                    <a16:creationId xmlns:a16="http://schemas.microsoft.com/office/drawing/2014/main" id="{C8A24896-232F-3B23-BB34-2D47631E89D2}"/>
                  </a:ext>
                </a:extLst>
              </p:cNvPr>
              <p:cNvSpPr>
                <a:spLocks noChangeArrowheads="1"/>
              </p:cNvSpPr>
              <p:nvPr/>
            </p:nvSpPr>
            <p:spPr bwMode="auto">
              <a:xfrm>
                <a:off x="2746" y="3110"/>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 name="AutoShape 35">
                <a:extLst>
                  <a:ext uri="{FF2B5EF4-FFF2-40B4-BE49-F238E27FC236}">
                    <a16:creationId xmlns:a16="http://schemas.microsoft.com/office/drawing/2014/main" id="{96CD9E93-42A8-E2D9-AFA4-BD0323CE2508}"/>
                  </a:ext>
                </a:extLst>
              </p:cNvPr>
              <p:cNvSpPr>
                <a:spLocks noChangeArrowheads="1"/>
              </p:cNvSpPr>
              <p:nvPr/>
            </p:nvSpPr>
            <p:spPr bwMode="auto">
              <a:xfrm>
                <a:off x="2070" y="2452"/>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 name="AutoShape 36">
                <a:extLst>
                  <a:ext uri="{FF2B5EF4-FFF2-40B4-BE49-F238E27FC236}">
                    <a16:creationId xmlns:a16="http://schemas.microsoft.com/office/drawing/2014/main" id="{4E93D3BC-C028-BEB7-CDC5-B92D5DA25D84}"/>
                  </a:ext>
                </a:extLst>
              </p:cNvPr>
              <p:cNvSpPr>
                <a:spLocks noChangeArrowheads="1"/>
              </p:cNvSpPr>
              <p:nvPr/>
            </p:nvSpPr>
            <p:spPr bwMode="auto">
              <a:xfrm>
                <a:off x="2466" y="3057"/>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 name="AutoShape 37">
                <a:extLst>
                  <a:ext uri="{FF2B5EF4-FFF2-40B4-BE49-F238E27FC236}">
                    <a16:creationId xmlns:a16="http://schemas.microsoft.com/office/drawing/2014/main" id="{8FF7B1EA-4923-6E3D-E7F9-1C04D5024B1E}"/>
                  </a:ext>
                </a:extLst>
              </p:cNvPr>
              <p:cNvSpPr>
                <a:spLocks noChangeArrowheads="1"/>
              </p:cNvSpPr>
              <p:nvPr/>
            </p:nvSpPr>
            <p:spPr bwMode="auto">
              <a:xfrm>
                <a:off x="2462" y="3208"/>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 name="AutoShape 38">
                <a:extLst>
                  <a:ext uri="{FF2B5EF4-FFF2-40B4-BE49-F238E27FC236}">
                    <a16:creationId xmlns:a16="http://schemas.microsoft.com/office/drawing/2014/main" id="{92023C47-4DC9-CBDB-2E5A-41A0431D15A9}"/>
                  </a:ext>
                </a:extLst>
              </p:cNvPr>
              <p:cNvSpPr>
                <a:spLocks noChangeArrowheads="1"/>
              </p:cNvSpPr>
              <p:nvPr/>
            </p:nvSpPr>
            <p:spPr bwMode="auto">
              <a:xfrm>
                <a:off x="2082" y="2246"/>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 name="AutoShape 39">
                <a:extLst>
                  <a:ext uri="{FF2B5EF4-FFF2-40B4-BE49-F238E27FC236}">
                    <a16:creationId xmlns:a16="http://schemas.microsoft.com/office/drawing/2014/main" id="{2240681E-03D3-4D48-6F74-F28F40A458C8}"/>
                  </a:ext>
                </a:extLst>
              </p:cNvPr>
              <p:cNvSpPr>
                <a:spLocks noChangeArrowheads="1"/>
              </p:cNvSpPr>
              <p:nvPr/>
            </p:nvSpPr>
            <p:spPr bwMode="auto">
              <a:xfrm>
                <a:off x="2887" y="1942"/>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 name="AutoShape 40">
                <a:extLst>
                  <a:ext uri="{FF2B5EF4-FFF2-40B4-BE49-F238E27FC236}">
                    <a16:creationId xmlns:a16="http://schemas.microsoft.com/office/drawing/2014/main" id="{6803A0F9-FCB4-E7DC-A2D3-A4968D04C3C2}"/>
                  </a:ext>
                </a:extLst>
              </p:cNvPr>
              <p:cNvSpPr>
                <a:spLocks noChangeArrowheads="1"/>
              </p:cNvSpPr>
              <p:nvPr/>
            </p:nvSpPr>
            <p:spPr bwMode="auto">
              <a:xfrm>
                <a:off x="2001" y="2066"/>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 name="AutoShape 41">
                <a:extLst>
                  <a:ext uri="{FF2B5EF4-FFF2-40B4-BE49-F238E27FC236}">
                    <a16:creationId xmlns:a16="http://schemas.microsoft.com/office/drawing/2014/main" id="{0E070FCE-F27F-6A60-3ED0-9B3A806AF59A}"/>
                  </a:ext>
                </a:extLst>
              </p:cNvPr>
              <p:cNvSpPr>
                <a:spLocks noChangeArrowheads="1"/>
              </p:cNvSpPr>
              <p:nvPr/>
            </p:nvSpPr>
            <p:spPr bwMode="auto">
              <a:xfrm>
                <a:off x="2552" y="2752"/>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 name="AutoShape 42">
                <a:extLst>
                  <a:ext uri="{FF2B5EF4-FFF2-40B4-BE49-F238E27FC236}">
                    <a16:creationId xmlns:a16="http://schemas.microsoft.com/office/drawing/2014/main" id="{9E66292C-4AE4-AA47-99C2-A1716C787E12}"/>
                  </a:ext>
                </a:extLst>
              </p:cNvPr>
              <p:cNvSpPr>
                <a:spLocks noChangeArrowheads="1"/>
              </p:cNvSpPr>
              <p:nvPr/>
            </p:nvSpPr>
            <p:spPr bwMode="auto">
              <a:xfrm>
                <a:off x="2656" y="2904"/>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 name="AutoShape 43">
                <a:extLst>
                  <a:ext uri="{FF2B5EF4-FFF2-40B4-BE49-F238E27FC236}">
                    <a16:creationId xmlns:a16="http://schemas.microsoft.com/office/drawing/2014/main" id="{530CA57E-C6FC-9673-C748-F4DC4EFF4496}"/>
                  </a:ext>
                </a:extLst>
              </p:cNvPr>
              <p:cNvSpPr>
                <a:spLocks noChangeArrowheads="1"/>
              </p:cNvSpPr>
              <p:nvPr/>
            </p:nvSpPr>
            <p:spPr bwMode="auto">
              <a:xfrm>
                <a:off x="2880" y="3217"/>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 name="Freeform 44">
                <a:extLst>
                  <a:ext uri="{FF2B5EF4-FFF2-40B4-BE49-F238E27FC236}">
                    <a16:creationId xmlns:a16="http://schemas.microsoft.com/office/drawing/2014/main" id="{1FD278B0-7E0B-C1A5-DD7C-13EAF8C31FC4}"/>
                  </a:ext>
                </a:extLst>
              </p:cNvPr>
              <p:cNvSpPr>
                <a:spLocks/>
              </p:cNvSpPr>
              <p:nvPr/>
            </p:nvSpPr>
            <p:spPr bwMode="auto">
              <a:xfrm>
                <a:off x="2795" y="1842"/>
                <a:ext cx="1101" cy="1077"/>
              </a:xfrm>
              <a:custGeom>
                <a:avLst/>
                <a:gdLst>
                  <a:gd name="T0" fmla="*/ 1041 w 1101"/>
                  <a:gd name="T1" fmla="*/ 294 h 1077"/>
                  <a:gd name="T2" fmla="*/ 1077 w 1101"/>
                  <a:gd name="T3" fmla="*/ 485 h 1077"/>
                  <a:gd name="T4" fmla="*/ 1013 w 1101"/>
                  <a:gd name="T5" fmla="*/ 930 h 1077"/>
                  <a:gd name="T6" fmla="*/ 950 w 1101"/>
                  <a:gd name="T7" fmla="*/ 1040 h 1077"/>
                  <a:gd name="T8" fmla="*/ 850 w 1101"/>
                  <a:gd name="T9" fmla="*/ 1076 h 1077"/>
                  <a:gd name="T10" fmla="*/ 595 w 1101"/>
                  <a:gd name="T11" fmla="*/ 1040 h 1077"/>
                  <a:gd name="T12" fmla="*/ 486 w 1101"/>
                  <a:gd name="T13" fmla="*/ 994 h 1077"/>
                  <a:gd name="T14" fmla="*/ 459 w 1101"/>
                  <a:gd name="T15" fmla="*/ 985 h 1077"/>
                  <a:gd name="T16" fmla="*/ 322 w 1101"/>
                  <a:gd name="T17" fmla="*/ 876 h 1077"/>
                  <a:gd name="T18" fmla="*/ 232 w 1101"/>
                  <a:gd name="T19" fmla="*/ 803 h 1077"/>
                  <a:gd name="T20" fmla="*/ 104 w 1101"/>
                  <a:gd name="T21" fmla="*/ 685 h 1077"/>
                  <a:gd name="T22" fmla="*/ 4 w 1101"/>
                  <a:gd name="T23" fmla="*/ 449 h 1077"/>
                  <a:gd name="T24" fmla="*/ 13 w 1101"/>
                  <a:gd name="T25" fmla="*/ 130 h 1077"/>
                  <a:gd name="T26" fmla="*/ 186 w 1101"/>
                  <a:gd name="T27" fmla="*/ 21 h 1077"/>
                  <a:gd name="T28" fmla="*/ 222 w 1101"/>
                  <a:gd name="T29" fmla="*/ 12 h 1077"/>
                  <a:gd name="T30" fmla="*/ 422 w 1101"/>
                  <a:gd name="T31" fmla="*/ 30 h 1077"/>
                  <a:gd name="T32" fmla="*/ 577 w 1101"/>
                  <a:gd name="T33" fmla="*/ 103 h 1077"/>
                  <a:gd name="T34" fmla="*/ 695 w 1101"/>
                  <a:gd name="T35" fmla="*/ 176 h 1077"/>
                  <a:gd name="T36" fmla="*/ 768 w 1101"/>
                  <a:gd name="T37" fmla="*/ 203 h 1077"/>
                  <a:gd name="T38" fmla="*/ 1041 w 1101"/>
                  <a:gd name="T39" fmla="*/ 294 h 10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01" h="1077">
                    <a:moveTo>
                      <a:pt x="1041" y="294"/>
                    </a:moveTo>
                    <a:cubicBezTo>
                      <a:pt x="1062" y="357"/>
                      <a:pt x="1070" y="419"/>
                      <a:pt x="1077" y="485"/>
                    </a:cubicBezTo>
                    <a:cubicBezTo>
                      <a:pt x="1072" y="641"/>
                      <a:pt x="1101" y="797"/>
                      <a:pt x="1013" y="930"/>
                    </a:cubicBezTo>
                    <a:cubicBezTo>
                      <a:pt x="1001" y="966"/>
                      <a:pt x="984" y="1017"/>
                      <a:pt x="950" y="1040"/>
                    </a:cubicBezTo>
                    <a:cubicBezTo>
                      <a:pt x="920" y="1060"/>
                      <a:pt x="884" y="1065"/>
                      <a:pt x="850" y="1076"/>
                    </a:cubicBezTo>
                    <a:cubicBezTo>
                      <a:pt x="677" y="1068"/>
                      <a:pt x="701" y="1077"/>
                      <a:pt x="595" y="1040"/>
                    </a:cubicBezTo>
                    <a:cubicBezTo>
                      <a:pt x="556" y="1026"/>
                      <a:pt x="527" y="1007"/>
                      <a:pt x="486" y="994"/>
                    </a:cubicBezTo>
                    <a:cubicBezTo>
                      <a:pt x="477" y="991"/>
                      <a:pt x="459" y="985"/>
                      <a:pt x="459" y="985"/>
                    </a:cubicBezTo>
                    <a:cubicBezTo>
                      <a:pt x="417" y="943"/>
                      <a:pt x="369" y="911"/>
                      <a:pt x="322" y="876"/>
                    </a:cubicBezTo>
                    <a:cubicBezTo>
                      <a:pt x="287" y="850"/>
                      <a:pt x="271" y="816"/>
                      <a:pt x="232" y="803"/>
                    </a:cubicBezTo>
                    <a:cubicBezTo>
                      <a:pt x="196" y="768"/>
                      <a:pt x="131" y="726"/>
                      <a:pt x="104" y="685"/>
                    </a:cubicBezTo>
                    <a:cubicBezTo>
                      <a:pt x="56" y="611"/>
                      <a:pt x="21" y="536"/>
                      <a:pt x="4" y="449"/>
                    </a:cubicBezTo>
                    <a:cubicBezTo>
                      <a:pt x="7" y="343"/>
                      <a:pt x="0" y="236"/>
                      <a:pt x="13" y="130"/>
                    </a:cubicBezTo>
                    <a:cubicBezTo>
                      <a:pt x="22" y="60"/>
                      <a:pt x="139" y="33"/>
                      <a:pt x="186" y="21"/>
                    </a:cubicBezTo>
                    <a:cubicBezTo>
                      <a:pt x="198" y="18"/>
                      <a:pt x="222" y="12"/>
                      <a:pt x="222" y="12"/>
                    </a:cubicBezTo>
                    <a:cubicBezTo>
                      <a:pt x="289" y="15"/>
                      <a:pt x="362" y="0"/>
                      <a:pt x="422" y="30"/>
                    </a:cubicBezTo>
                    <a:cubicBezTo>
                      <a:pt x="473" y="56"/>
                      <a:pt x="525" y="77"/>
                      <a:pt x="577" y="103"/>
                    </a:cubicBezTo>
                    <a:cubicBezTo>
                      <a:pt x="619" y="124"/>
                      <a:pt x="655" y="153"/>
                      <a:pt x="695" y="176"/>
                    </a:cubicBezTo>
                    <a:cubicBezTo>
                      <a:pt x="718" y="189"/>
                      <a:pt x="745" y="192"/>
                      <a:pt x="768" y="203"/>
                    </a:cubicBezTo>
                    <a:cubicBezTo>
                      <a:pt x="844" y="240"/>
                      <a:pt x="955" y="294"/>
                      <a:pt x="1041" y="294"/>
                    </a:cubicBez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 name="Freeform 45">
                <a:extLst>
                  <a:ext uri="{FF2B5EF4-FFF2-40B4-BE49-F238E27FC236}">
                    <a16:creationId xmlns:a16="http://schemas.microsoft.com/office/drawing/2014/main" id="{A604D1E6-1C36-5CBD-A396-9E390B0F4BCB}"/>
                  </a:ext>
                </a:extLst>
              </p:cNvPr>
              <p:cNvSpPr>
                <a:spLocks/>
              </p:cNvSpPr>
              <p:nvPr/>
            </p:nvSpPr>
            <p:spPr bwMode="auto">
              <a:xfrm>
                <a:off x="2291" y="2591"/>
                <a:ext cx="918" cy="965"/>
              </a:xfrm>
              <a:custGeom>
                <a:avLst/>
                <a:gdLst>
                  <a:gd name="T0" fmla="*/ 227 w 918"/>
                  <a:gd name="T1" fmla="*/ 818 h 965"/>
                  <a:gd name="T2" fmla="*/ 191 w 918"/>
                  <a:gd name="T3" fmla="*/ 782 h 965"/>
                  <a:gd name="T4" fmla="*/ 118 w 918"/>
                  <a:gd name="T5" fmla="*/ 737 h 965"/>
                  <a:gd name="T6" fmla="*/ 81 w 918"/>
                  <a:gd name="T7" fmla="*/ 700 h 965"/>
                  <a:gd name="T8" fmla="*/ 45 w 918"/>
                  <a:gd name="T9" fmla="*/ 646 h 965"/>
                  <a:gd name="T10" fmla="*/ 0 w 918"/>
                  <a:gd name="T11" fmla="*/ 464 h 965"/>
                  <a:gd name="T12" fmla="*/ 9 w 918"/>
                  <a:gd name="T13" fmla="*/ 200 h 965"/>
                  <a:gd name="T14" fmla="*/ 81 w 918"/>
                  <a:gd name="T15" fmla="*/ 136 h 965"/>
                  <a:gd name="T16" fmla="*/ 291 w 918"/>
                  <a:gd name="T17" fmla="*/ 0 h 965"/>
                  <a:gd name="T18" fmla="*/ 391 w 918"/>
                  <a:gd name="T19" fmla="*/ 18 h 965"/>
                  <a:gd name="T20" fmla="*/ 491 w 918"/>
                  <a:gd name="T21" fmla="*/ 55 h 965"/>
                  <a:gd name="T22" fmla="*/ 691 w 918"/>
                  <a:gd name="T23" fmla="*/ 164 h 965"/>
                  <a:gd name="T24" fmla="*/ 718 w 918"/>
                  <a:gd name="T25" fmla="*/ 218 h 965"/>
                  <a:gd name="T26" fmla="*/ 745 w 918"/>
                  <a:gd name="T27" fmla="*/ 246 h 965"/>
                  <a:gd name="T28" fmla="*/ 809 w 918"/>
                  <a:gd name="T29" fmla="*/ 346 h 965"/>
                  <a:gd name="T30" fmla="*/ 845 w 918"/>
                  <a:gd name="T31" fmla="*/ 427 h 965"/>
                  <a:gd name="T32" fmla="*/ 863 w 918"/>
                  <a:gd name="T33" fmla="*/ 518 h 965"/>
                  <a:gd name="T34" fmla="*/ 890 w 918"/>
                  <a:gd name="T35" fmla="*/ 609 h 965"/>
                  <a:gd name="T36" fmla="*/ 918 w 918"/>
                  <a:gd name="T37" fmla="*/ 773 h 965"/>
                  <a:gd name="T38" fmla="*/ 827 w 918"/>
                  <a:gd name="T39" fmla="*/ 927 h 965"/>
                  <a:gd name="T40" fmla="*/ 754 w 918"/>
                  <a:gd name="T41" fmla="*/ 946 h 965"/>
                  <a:gd name="T42" fmla="*/ 718 w 918"/>
                  <a:gd name="T43" fmla="*/ 955 h 965"/>
                  <a:gd name="T44" fmla="*/ 354 w 918"/>
                  <a:gd name="T45" fmla="*/ 937 h 965"/>
                  <a:gd name="T46" fmla="*/ 245 w 918"/>
                  <a:gd name="T47" fmla="*/ 864 h 965"/>
                  <a:gd name="T48" fmla="*/ 227 w 918"/>
                  <a:gd name="T49" fmla="*/ 818 h 9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18" h="965">
                    <a:moveTo>
                      <a:pt x="227" y="818"/>
                    </a:moveTo>
                    <a:cubicBezTo>
                      <a:pt x="178" y="802"/>
                      <a:pt x="216" y="822"/>
                      <a:pt x="191" y="782"/>
                    </a:cubicBezTo>
                    <a:cubicBezTo>
                      <a:pt x="176" y="757"/>
                      <a:pt x="144" y="746"/>
                      <a:pt x="118" y="737"/>
                    </a:cubicBezTo>
                    <a:cubicBezTo>
                      <a:pt x="106" y="724"/>
                      <a:pt x="92" y="714"/>
                      <a:pt x="81" y="700"/>
                    </a:cubicBezTo>
                    <a:cubicBezTo>
                      <a:pt x="68" y="683"/>
                      <a:pt x="45" y="646"/>
                      <a:pt x="45" y="646"/>
                    </a:cubicBezTo>
                    <a:cubicBezTo>
                      <a:pt x="30" y="585"/>
                      <a:pt x="10" y="526"/>
                      <a:pt x="0" y="464"/>
                    </a:cubicBezTo>
                    <a:cubicBezTo>
                      <a:pt x="3" y="376"/>
                      <a:pt x="1" y="288"/>
                      <a:pt x="9" y="200"/>
                    </a:cubicBezTo>
                    <a:cubicBezTo>
                      <a:pt x="11" y="175"/>
                      <a:pt x="74" y="139"/>
                      <a:pt x="81" y="136"/>
                    </a:cubicBezTo>
                    <a:cubicBezTo>
                      <a:pt x="153" y="101"/>
                      <a:pt x="222" y="22"/>
                      <a:pt x="291" y="0"/>
                    </a:cubicBezTo>
                    <a:cubicBezTo>
                      <a:pt x="314" y="3"/>
                      <a:pt x="364" y="5"/>
                      <a:pt x="391" y="18"/>
                    </a:cubicBezTo>
                    <a:cubicBezTo>
                      <a:pt x="430" y="37"/>
                      <a:pt x="446" y="46"/>
                      <a:pt x="491" y="55"/>
                    </a:cubicBezTo>
                    <a:cubicBezTo>
                      <a:pt x="555" y="98"/>
                      <a:pt x="638" y="100"/>
                      <a:pt x="691" y="164"/>
                    </a:cubicBezTo>
                    <a:cubicBezTo>
                      <a:pt x="760" y="248"/>
                      <a:pt x="665" y="138"/>
                      <a:pt x="718" y="218"/>
                    </a:cubicBezTo>
                    <a:cubicBezTo>
                      <a:pt x="725" y="229"/>
                      <a:pt x="737" y="236"/>
                      <a:pt x="745" y="246"/>
                    </a:cubicBezTo>
                    <a:cubicBezTo>
                      <a:pt x="770" y="278"/>
                      <a:pt x="782" y="319"/>
                      <a:pt x="809" y="346"/>
                    </a:cubicBezTo>
                    <a:cubicBezTo>
                      <a:pt x="830" y="410"/>
                      <a:pt x="816" y="384"/>
                      <a:pt x="845" y="427"/>
                    </a:cubicBezTo>
                    <a:cubicBezTo>
                      <a:pt x="851" y="457"/>
                      <a:pt x="856" y="488"/>
                      <a:pt x="863" y="518"/>
                    </a:cubicBezTo>
                    <a:cubicBezTo>
                      <a:pt x="871" y="549"/>
                      <a:pt x="884" y="578"/>
                      <a:pt x="890" y="609"/>
                    </a:cubicBezTo>
                    <a:cubicBezTo>
                      <a:pt x="902" y="666"/>
                      <a:pt x="900" y="718"/>
                      <a:pt x="918" y="773"/>
                    </a:cubicBezTo>
                    <a:cubicBezTo>
                      <a:pt x="910" y="845"/>
                      <a:pt x="904" y="901"/>
                      <a:pt x="827" y="927"/>
                    </a:cubicBezTo>
                    <a:cubicBezTo>
                      <a:pt x="803" y="935"/>
                      <a:pt x="778" y="940"/>
                      <a:pt x="754" y="946"/>
                    </a:cubicBezTo>
                    <a:cubicBezTo>
                      <a:pt x="742" y="949"/>
                      <a:pt x="718" y="955"/>
                      <a:pt x="718" y="955"/>
                    </a:cubicBezTo>
                    <a:cubicBezTo>
                      <a:pt x="668" y="954"/>
                      <a:pt x="462" y="965"/>
                      <a:pt x="354" y="937"/>
                    </a:cubicBezTo>
                    <a:cubicBezTo>
                      <a:pt x="316" y="927"/>
                      <a:pt x="272" y="891"/>
                      <a:pt x="245" y="864"/>
                    </a:cubicBezTo>
                    <a:cubicBezTo>
                      <a:pt x="231" y="850"/>
                      <a:pt x="192" y="818"/>
                      <a:pt x="227" y="818"/>
                    </a:cubicBez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 name="Freeform 46">
                <a:extLst>
                  <a:ext uri="{FF2B5EF4-FFF2-40B4-BE49-F238E27FC236}">
                    <a16:creationId xmlns:a16="http://schemas.microsoft.com/office/drawing/2014/main" id="{21EFCB85-DB76-F75B-34A3-82D59E0A582C}"/>
                  </a:ext>
                </a:extLst>
              </p:cNvPr>
              <p:cNvSpPr>
                <a:spLocks/>
              </p:cNvSpPr>
              <p:nvPr/>
            </p:nvSpPr>
            <p:spPr bwMode="auto">
              <a:xfrm>
                <a:off x="1473" y="1882"/>
                <a:ext cx="869" cy="1173"/>
              </a:xfrm>
              <a:custGeom>
                <a:avLst/>
                <a:gdLst>
                  <a:gd name="T0" fmla="*/ 754 w 869"/>
                  <a:gd name="T1" fmla="*/ 791 h 1173"/>
                  <a:gd name="T2" fmla="*/ 699 w 869"/>
                  <a:gd name="T3" fmla="*/ 945 h 1173"/>
                  <a:gd name="T4" fmla="*/ 654 w 869"/>
                  <a:gd name="T5" fmla="*/ 1082 h 1173"/>
                  <a:gd name="T6" fmla="*/ 636 w 869"/>
                  <a:gd name="T7" fmla="*/ 1136 h 1173"/>
                  <a:gd name="T8" fmla="*/ 618 w 869"/>
                  <a:gd name="T9" fmla="*/ 1155 h 1173"/>
                  <a:gd name="T10" fmla="*/ 563 w 869"/>
                  <a:gd name="T11" fmla="*/ 1173 h 1173"/>
                  <a:gd name="T12" fmla="*/ 290 w 869"/>
                  <a:gd name="T13" fmla="*/ 1145 h 1173"/>
                  <a:gd name="T14" fmla="*/ 127 w 869"/>
                  <a:gd name="T15" fmla="*/ 1073 h 1173"/>
                  <a:gd name="T16" fmla="*/ 36 w 869"/>
                  <a:gd name="T17" fmla="*/ 1009 h 1173"/>
                  <a:gd name="T18" fmla="*/ 0 w 869"/>
                  <a:gd name="T19" fmla="*/ 955 h 1173"/>
                  <a:gd name="T20" fmla="*/ 81 w 869"/>
                  <a:gd name="T21" fmla="*/ 500 h 1173"/>
                  <a:gd name="T22" fmla="*/ 109 w 869"/>
                  <a:gd name="T23" fmla="*/ 236 h 1173"/>
                  <a:gd name="T24" fmla="*/ 154 w 869"/>
                  <a:gd name="T25" fmla="*/ 164 h 1173"/>
                  <a:gd name="T26" fmla="*/ 200 w 869"/>
                  <a:gd name="T27" fmla="*/ 136 h 1173"/>
                  <a:gd name="T28" fmla="*/ 309 w 869"/>
                  <a:gd name="T29" fmla="*/ 73 h 1173"/>
                  <a:gd name="T30" fmla="*/ 354 w 869"/>
                  <a:gd name="T31" fmla="*/ 45 h 1173"/>
                  <a:gd name="T32" fmla="*/ 427 w 869"/>
                  <a:gd name="T33" fmla="*/ 0 h 1173"/>
                  <a:gd name="T34" fmla="*/ 709 w 869"/>
                  <a:gd name="T35" fmla="*/ 82 h 1173"/>
                  <a:gd name="T36" fmla="*/ 809 w 869"/>
                  <a:gd name="T37" fmla="*/ 200 h 1173"/>
                  <a:gd name="T38" fmla="*/ 845 w 869"/>
                  <a:gd name="T39" fmla="*/ 255 h 1173"/>
                  <a:gd name="T40" fmla="*/ 863 w 869"/>
                  <a:gd name="T41" fmla="*/ 309 h 1173"/>
                  <a:gd name="T42" fmla="*/ 790 w 869"/>
                  <a:gd name="T43" fmla="*/ 709 h 1173"/>
                  <a:gd name="T44" fmla="*/ 754 w 869"/>
                  <a:gd name="T45" fmla="*/ 791 h 1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69" h="1173">
                    <a:moveTo>
                      <a:pt x="754" y="791"/>
                    </a:moveTo>
                    <a:cubicBezTo>
                      <a:pt x="743" y="846"/>
                      <a:pt x="731" y="899"/>
                      <a:pt x="699" y="945"/>
                    </a:cubicBezTo>
                    <a:cubicBezTo>
                      <a:pt x="684" y="991"/>
                      <a:pt x="669" y="1036"/>
                      <a:pt x="654" y="1082"/>
                    </a:cubicBezTo>
                    <a:cubicBezTo>
                      <a:pt x="648" y="1100"/>
                      <a:pt x="649" y="1122"/>
                      <a:pt x="636" y="1136"/>
                    </a:cubicBezTo>
                    <a:cubicBezTo>
                      <a:pt x="630" y="1142"/>
                      <a:pt x="626" y="1151"/>
                      <a:pt x="618" y="1155"/>
                    </a:cubicBezTo>
                    <a:cubicBezTo>
                      <a:pt x="601" y="1164"/>
                      <a:pt x="563" y="1173"/>
                      <a:pt x="563" y="1173"/>
                    </a:cubicBezTo>
                    <a:cubicBezTo>
                      <a:pt x="471" y="1168"/>
                      <a:pt x="379" y="1170"/>
                      <a:pt x="290" y="1145"/>
                    </a:cubicBezTo>
                    <a:cubicBezTo>
                      <a:pt x="231" y="1129"/>
                      <a:pt x="182" y="1097"/>
                      <a:pt x="127" y="1073"/>
                    </a:cubicBezTo>
                    <a:cubicBezTo>
                      <a:pt x="93" y="1058"/>
                      <a:pt x="60" y="1039"/>
                      <a:pt x="36" y="1009"/>
                    </a:cubicBezTo>
                    <a:cubicBezTo>
                      <a:pt x="23" y="992"/>
                      <a:pt x="0" y="955"/>
                      <a:pt x="0" y="955"/>
                    </a:cubicBezTo>
                    <a:cubicBezTo>
                      <a:pt x="11" y="805"/>
                      <a:pt x="33" y="644"/>
                      <a:pt x="81" y="500"/>
                    </a:cubicBezTo>
                    <a:cubicBezTo>
                      <a:pt x="92" y="412"/>
                      <a:pt x="99" y="324"/>
                      <a:pt x="109" y="236"/>
                    </a:cubicBezTo>
                    <a:cubicBezTo>
                      <a:pt x="113" y="197"/>
                      <a:pt x="118" y="176"/>
                      <a:pt x="154" y="164"/>
                    </a:cubicBezTo>
                    <a:cubicBezTo>
                      <a:pt x="193" y="123"/>
                      <a:pt x="147" y="165"/>
                      <a:pt x="200" y="136"/>
                    </a:cubicBezTo>
                    <a:cubicBezTo>
                      <a:pt x="241" y="114"/>
                      <a:pt x="266" y="87"/>
                      <a:pt x="309" y="73"/>
                    </a:cubicBezTo>
                    <a:cubicBezTo>
                      <a:pt x="343" y="37"/>
                      <a:pt x="308" y="68"/>
                      <a:pt x="354" y="45"/>
                    </a:cubicBezTo>
                    <a:cubicBezTo>
                      <a:pt x="383" y="30"/>
                      <a:pt x="395" y="11"/>
                      <a:pt x="427" y="0"/>
                    </a:cubicBezTo>
                    <a:cubicBezTo>
                      <a:pt x="520" y="23"/>
                      <a:pt x="626" y="29"/>
                      <a:pt x="709" y="82"/>
                    </a:cubicBezTo>
                    <a:cubicBezTo>
                      <a:pt x="738" y="125"/>
                      <a:pt x="765" y="172"/>
                      <a:pt x="809" y="200"/>
                    </a:cubicBezTo>
                    <a:cubicBezTo>
                      <a:pt x="821" y="218"/>
                      <a:pt x="838" y="234"/>
                      <a:pt x="845" y="255"/>
                    </a:cubicBezTo>
                    <a:cubicBezTo>
                      <a:pt x="851" y="273"/>
                      <a:pt x="863" y="309"/>
                      <a:pt x="863" y="309"/>
                    </a:cubicBezTo>
                    <a:cubicBezTo>
                      <a:pt x="858" y="436"/>
                      <a:pt x="869" y="596"/>
                      <a:pt x="790" y="709"/>
                    </a:cubicBezTo>
                    <a:cubicBezTo>
                      <a:pt x="787" y="717"/>
                      <a:pt x="776" y="791"/>
                      <a:pt x="754" y="791"/>
                    </a:cubicBez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pic>
        <p:nvPicPr>
          <p:cNvPr id="42" name="Content Placeholder 4">
            <a:extLst>
              <a:ext uri="{FF2B5EF4-FFF2-40B4-BE49-F238E27FC236}">
                <a16:creationId xmlns:a16="http://schemas.microsoft.com/office/drawing/2014/main" id="{CDD6B7CD-3417-5C28-2E4A-E643B2451FE8}"/>
              </a:ext>
            </a:extLst>
          </p:cNvPr>
          <p:cNvPicPr>
            <a:picLocks noGrp="1" noChangeAspect="1"/>
          </p:cNvPicPr>
          <p:nvPr>
            <p:ph idx="1"/>
          </p:nvPr>
        </p:nvPicPr>
        <p:blipFill>
          <a:blip r:embed="rId2"/>
          <a:stretch>
            <a:fillRect/>
          </a:stretch>
        </p:blipFill>
        <p:spPr>
          <a:xfrm>
            <a:off x="5845547" y="1750797"/>
            <a:ext cx="5674507" cy="3640724"/>
          </a:xfrm>
        </p:spPr>
      </p:pic>
    </p:spTree>
    <p:extLst>
      <p:ext uri="{BB962C8B-B14F-4D97-AF65-F5344CB8AC3E}">
        <p14:creationId xmlns:p14="http://schemas.microsoft.com/office/powerpoint/2010/main" val="4263549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FC5D5-FA5A-CBB2-47FD-250AF0B38A12}"/>
              </a:ext>
            </a:extLst>
          </p:cNvPr>
          <p:cNvSpPr>
            <a:spLocks noGrp="1"/>
          </p:cNvSpPr>
          <p:nvPr>
            <p:ph type="title"/>
          </p:nvPr>
        </p:nvSpPr>
        <p:spPr/>
        <p:txBody>
          <a:bodyPr/>
          <a:lstStyle/>
          <a:p>
            <a:r>
              <a:rPr lang="en-US" sz="4400" dirty="0" err="1">
                <a:ea typeface="+mn-lt"/>
                <a:cs typeface="+mn-lt"/>
              </a:rPr>
              <a:t>Chuyển</a:t>
            </a:r>
            <a:r>
              <a:rPr lang="en-US" sz="4400" dirty="0">
                <a:ea typeface="+mn-lt"/>
                <a:cs typeface="+mn-lt"/>
              </a:rPr>
              <a:t> </a:t>
            </a:r>
            <a:r>
              <a:rPr lang="en-US" sz="4400" dirty="0" err="1">
                <a:ea typeface="+mn-lt"/>
                <a:cs typeface="+mn-lt"/>
              </a:rPr>
              <a:t>đổi</a:t>
            </a:r>
            <a:endParaRPr lang="en-US" dirty="0"/>
          </a:p>
        </p:txBody>
      </p:sp>
      <p:sp>
        <p:nvSpPr>
          <p:cNvPr id="3" name="Content Placeholder 2">
            <a:extLst>
              <a:ext uri="{FF2B5EF4-FFF2-40B4-BE49-F238E27FC236}">
                <a16:creationId xmlns:a16="http://schemas.microsoft.com/office/drawing/2014/main" id="{DD5B5FD9-2FED-7BDA-3E59-AC0272EDF94F}"/>
              </a:ext>
            </a:extLst>
          </p:cNvPr>
          <p:cNvSpPr>
            <a:spLocks noGrp="1"/>
          </p:cNvSpPr>
          <p:nvPr>
            <p:ph idx="1"/>
          </p:nvPr>
        </p:nvSpPr>
        <p:spPr/>
        <p:txBody>
          <a:bodyPr/>
          <a:lstStyle/>
          <a:p>
            <a:pPr eaLnBrk="1" hangingPunct="1">
              <a:spcBef>
                <a:spcPts val="600"/>
              </a:spcBef>
              <a:spcAft>
                <a:spcPts val="600"/>
              </a:spcAft>
            </a:pPr>
            <a:r>
              <a:rPr lang="en-US" altLang="en-US" sz="2400"/>
              <a:t>Là hàm chuyển đổi toàn bộ tập giá trị của thuộc tính cho trước tới một tập giá trị mới thay thế, trong đó mỗi giá trị cũ được thay thế bằng một giá trị mới.</a:t>
            </a:r>
          </a:p>
          <a:p>
            <a:pPr eaLnBrk="1" hangingPunct="1">
              <a:spcBef>
                <a:spcPts val="600"/>
              </a:spcBef>
              <a:spcAft>
                <a:spcPts val="600"/>
              </a:spcAft>
            </a:pPr>
            <a:r>
              <a:rPr lang="en-US" altLang="en-US" sz="2400"/>
              <a:t>Phương pháp</a:t>
            </a:r>
          </a:p>
          <a:p>
            <a:pPr lvl="1">
              <a:lnSpc>
                <a:spcPct val="110000"/>
              </a:lnSpc>
            </a:pPr>
            <a:r>
              <a:rPr lang="en-US" altLang="en-US" sz="2000"/>
              <a:t>Smoothing: Các phương pháp giảm nhiễu (binning, clustering, regression)</a:t>
            </a:r>
          </a:p>
          <a:p>
            <a:pPr lvl="1" eaLnBrk="1" hangingPunct="1">
              <a:spcBef>
                <a:spcPts val="600"/>
              </a:spcBef>
              <a:spcAft>
                <a:spcPts val="600"/>
              </a:spcAft>
            </a:pPr>
            <a:r>
              <a:rPr lang="en-US" altLang="en-US" sz="2000"/>
              <a:t>Chuẩn hóa: </a:t>
            </a:r>
          </a:p>
          <a:p>
            <a:pPr lvl="2" eaLnBrk="1" hangingPunct="1">
              <a:spcBef>
                <a:spcPts val="600"/>
              </a:spcBef>
              <a:spcAft>
                <a:spcPts val="600"/>
              </a:spcAft>
            </a:pPr>
            <a:r>
              <a:rPr lang="en-US" altLang="en-US" sz="2000"/>
              <a:t>min-max normalization</a:t>
            </a:r>
          </a:p>
          <a:p>
            <a:pPr lvl="2" eaLnBrk="1" hangingPunct="1">
              <a:spcBef>
                <a:spcPts val="600"/>
              </a:spcBef>
              <a:spcAft>
                <a:spcPts val="600"/>
              </a:spcAft>
            </a:pPr>
            <a:r>
              <a:rPr lang="en-US" altLang="en-US" sz="2000"/>
              <a:t>z-score normalization</a:t>
            </a:r>
          </a:p>
          <a:p>
            <a:pPr lvl="2" eaLnBrk="1" hangingPunct="1">
              <a:spcBef>
                <a:spcPts val="600"/>
              </a:spcBef>
              <a:spcAft>
                <a:spcPts val="600"/>
              </a:spcAft>
            </a:pPr>
            <a:r>
              <a:rPr lang="en-US" altLang="en-US" sz="2000"/>
              <a:t>normalization by decimal scaling</a:t>
            </a:r>
          </a:p>
          <a:p>
            <a:pPr lvl="1" eaLnBrk="1" hangingPunct="1">
              <a:spcBef>
                <a:spcPts val="600"/>
              </a:spcBef>
              <a:spcAft>
                <a:spcPts val="600"/>
              </a:spcAft>
            </a:pPr>
            <a:r>
              <a:rPr lang="en-US" altLang="en-US" sz="2000"/>
              <a:t>Rời rạc hóa</a:t>
            </a:r>
            <a:endParaRPr lang="en-US"/>
          </a:p>
          <a:p>
            <a:endParaRPr lang="en-US"/>
          </a:p>
        </p:txBody>
      </p:sp>
      <p:sp>
        <p:nvSpPr>
          <p:cNvPr id="4" name="Slide Number Placeholder 3">
            <a:extLst>
              <a:ext uri="{FF2B5EF4-FFF2-40B4-BE49-F238E27FC236}">
                <a16:creationId xmlns:a16="http://schemas.microsoft.com/office/drawing/2014/main" id="{7B26BEB3-C6C2-80A3-92D3-8E7ADFD10856}"/>
              </a:ext>
            </a:extLst>
          </p:cNvPr>
          <p:cNvSpPr>
            <a:spLocks noGrp="1"/>
          </p:cNvSpPr>
          <p:nvPr>
            <p:ph type="sldNum" sz="quarter" idx="12"/>
          </p:nvPr>
        </p:nvSpPr>
        <p:spPr/>
        <p:txBody>
          <a:bodyPr/>
          <a:lstStyle/>
          <a:p>
            <a:fld id="{6A14BA1B-0DF8-9749-BA6B-F4B0BAA32ABF}" type="slidenum">
              <a:rPr lang="en-VN" smtClean="0"/>
              <a:t>7</a:t>
            </a:fld>
            <a:endParaRPr lang="en-VN"/>
          </a:p>
        </p:txBody>
      </p:sp>
    </p:spTree>
    <p:extLst>
      <p:ext uri="{BB962C8B-B14F-4D97-AF65-F5344CB8AC3E}">
        <p14:creationId xmlns:p14="http://schemas.microsoft.com/office/powerpoint/2010/main" val="4055026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A4B32-EDDC-FD8F-432C-BB4FF78D5557}"/>
              </a:ext>
            </a:extLst>
          </p:cNvPr>
          <p:cNvSpPr>
            <a:spLocks noGrp="1"/>
          </p:cNvSpPr>
          <p:nvPr>
            <p:ph type="title"/>
          </p:nvPr>
        </p:nvSpPr>
        <p:spPr/>
        <p:txBody>
          <a:bodyPr/>
          <a:lstStyle/>
          <a:p>
            <a:r>
              <a:rPr lang="en-US" sz="4400" dirty="0" err="1">
                <a:ea typeface="+mn-lt"/>
                <a:cs typeface="+mn-lt"/>
              </a:rPr>
              <a:t>Chuyển</a:t>
            </a:r>
            <a:r>
              <a:rPr lang="en-US" sz="4400" dirty="0">
                <a:ea typeface="+mn-lt"/>
                <a:cs typeface="+mn-lt"/>
              </a:rPr>
              <a:t> </a:t>
            </a:r>
            <a:r>
              <a:rPr lang="en-US" sz="4400" dirty="0" err="1">
                <a:ea typeface="+mn-lt"/>
                <a:cs typeface="+mn-lt"/>
              </a:rPr>
              <a:t>đổi</a:t>
            </a:r>
            <a:endParaRPr lang="en-US" dirty="0"/>
          </a:p>
        </p:txBody>
      </p:sp>
      <p:sp>
        <p:nvSpPr>
          <p:cNvPr id="4" name="Slide Number Placeholder 3">
            <a:extLst>
              <a:ext uri="{FF2B5EF4-FFF2-40B4-BE49-F238E27FC236}">
                <a16:creationId xmlns:a16="http://schemas.microsoft.com/office/drawing/2014/main" id="{FEBA37BE-32B1-0E70-5747-434C741C765C}"/>
              </a:ext>
            </a:extLst>
          </p:cNvPr>
          <p:cNvSpPr>
            <a:spLocks noGrp="1"/>
          </p:cNvSpPr>
          <p:nvPr>
            <p:ph type="sldNum" sz="quarter" idx="12"/>
          </p:nvPr>
        </p:nvSpPr>
        <p:spPr/>
        <p:txBody>
          <a:bodyPr/>
          <a:lstStyle/>
          <a:p>
            <a:fld id="{6A14BA1B-0DF8-9749-BA6B-F4B0BAA32ABF}" type="slidenum">
              <a:rPr lang="en-VN" smtClean="0"/>
              <a:t>8</a:t>
            </a:fld>
            <a:endParaRPr lang="en-VN"/>
          </a:p>
        </p:txBody>
      </p:sp>
      <p:pic>
        <p:nvPicPr>
          <p:cNvPr id="6" name="Content Placeholder 4">
            <a:extLst>
              <a:ext uri="{FF2B5EF4-FFF2-40B4-BE49-F238E27FC236}">
                <a16:creationId xmlns:a16="http://schemas.microsoft.com/office/drawing/2014/main" id="{DF2F5A96-BEE5-2BD0-5AD5-8F093DD94A5E}"/>
              </a:ext>
            </a:extLst>
          </p:cNvPr>
          <p:cNvPicPr>
            <a:picLocks noGrp="1" noChangeAspect="1"/>
          </p:cNvPicPr>
          <p:nvPr>
            <p:ph idx="1"/>
          </p:nvPr>
        </p:nvPicPr>
        <p:blipFill>
          <a:blip r:embed="rId2"/>
          <a:stretch>
            <a:fillRect/>
          </a:stretch>
        </p:blipFill>
        <p:spPr>
          <a:xfrm>
            <a:off x="1596412" y="1088571"/>
            <a:ext cx="8153665" cy="5053692"/>
          </a:xfrm>
        </p:spPr>
      </p:pic>
    </p:spTree>
    <p:extLst>
      <p:ext uri="{BB962C8B-B14F-4D97-AF65-F5344CB8AC3E}">
        <p14:creationId xmlns:p14="http://schemas.microsoft.com/office/powerpoint/2010/main" val="26480642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BC359-E281-0482-6825-A41F963000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1B6752-9723-5266-F9F8-05756A3D8124}"/>
              </a:ext>
            </a:extLst>
          </p:cNvPr>
          <p:cNvSpPr>
            <a:spLocks noGrp="1"/>
          </p:cNvSpPr>
          <p:nvPr>
            <p:ph type="title"/>
          </p:nvPr>
        </p:nvSpPr>
        <p:spPr/>
        <p:txBody>
          <a:bodyPr/>
          <a:lstStyle/>
          <a:p>
            <a:r>
              <a:rPr lang="vi-VN" sz="4400">
                <a:ea typeface="+mn-lt"/>
                <a:cs typeface="+mn-lt"/>
              </a:rPr>
              <a:t>Phân tích đơn biến (Univariate Analysis)</a:t>
            </a:r>
            <a:endParaRPr lang="en-US" dirty="0"/>
          </a:p>
        </p:txBody>
      </p:sp>
      <p:sp>
        <p:nvSpPr>
          <p:cNvPr id="3" name="Content Placeholder 2">
            <a:extLst>
              <a:ext uri="{FF2B5EF4-FFF2-40B4-BE49-F238E27FC236}">
                <a16:creationId xmlns:a16="http://schemas.microsoft.com/office/drawing/2014/main" id="{BC2FF76A-2340-EF72-E0A2-330390265D6B}"/>
              </a:ext>
            </a:extLst>
          </p:cNvPr>
          <p:cNvSpPr>
            <a:spLocks noGrp="1"/>
          </p:cNvSpPr>
          <p:nvPr>
            <p:ph idx="1"/>
          </p:nvPr>
        </p:nvSpPr>
        <p:spPr/>
        <p:txBody>
          <a:bodyPr/>
          <a:lstStyle/>
          <a:p>
            <a:pPr eaLnBrk="1" hangingPunct="1">
              <a:spcBef>
                <a:spcPts val="600"/>
              </a:spcBef>
              <a:spcAft>
                <a:spcPts val="600"/>
              </a:spcAft>
            </a:pPr>
            <a:r>
              <a:rPr lang="en-US" altLang="en-US" sz="2400"/>
              <a:t>Mục đích: Hiểu phân phối và đặc điểm của từng biến độc lập trong tập dữ liệu.</a:t>
            </a:r>
          </a:p>
          <a:p>
            <a:pPr eaLnBrk="1" hangingPunct="1">
              <a:spcBef>
                <a:spcPts val="600"/>
              </a:spcBef>
              <a:spcAft>
                <a:spcPts val="600"/>
              </a:spcAft>
            </a:pPr>
            <a:r>
              <a:rPr lang="vi-VN" altLang="en-US" sz="2400"/>
              <a:t>Các bước:</a:t>
            </a:r>
            <a:r>
              <a:rPr lang="en-US" altLang="en-US" sz="2400"/>
              <a:t> </a:t>
            </a:r>
          </a:p>
          <a:p>
            <a:pPr lvl="1">
              <a:lnSpc>
                <a:spcPct val="110000"/>
              </a:lnSpc>
            </a:pPr>
            <a:r>
              <a:rPr lang="en-US" altLang="en-US" sz="2000"/>
              <a:t>Dữ liệu số: </a:t>
            </a:r>
          </a:p>
          <a:p>
            <a:pPr lvl="2">
              <a:lnSpc>
                <a:spcPct val="110000"/>
              </a:lnSpc>
            </a:pPr>
            <a:r>
              <a:rPr lang="en-US" altLang="en-US"/>
              <a:t>Vẽ histogram hoặc density plot để xem phân phối.</a:t>
            </a:r>
          </a:p>
          <a:p>
            <a:pPr lvl="2">
              <a:lnSpc>
                <a:spcPct val="110000"/>
              </a:lnSpc>
            </a:pPr>
            <a:r>
              <a:rPr lang="en-US" altLang="en-US"/>
              <a:t>Tính độ lệch (skewness), độ nhọn (kurtosis).</a:t>
            </a:r>
          </a:p>
          <a:p>
            <a:pPr lvl="2">
              <a:lnSpc>
                <a:spcPct val="110000"/>
              </a:lnSpc>
            </a:pPr>
            <a:r>
              <a:rPr lang="en-US" altLang="en-US"/>
              <a:t>Dùng box plot để phát hiện outliers.</a:t>
            </a:r>
          </a:p>
          <a:p>
            <a:pPr lvl="1" eaLnBrk="1" hangingPunct="1">
              <a:spcBef>
                <a:spcPts val="600"/>
              </a:spcBef>
              <a:spcAft>
                <a:spcPts val="600"/>
              </a:spcAft>
            </a:pPr>
            <a:r>
              <a:rPr lang="en-US" altLang="en-US" sz="2000"/>
              <a:t>Dữ liệu phân loại: </a:t>
            </a:r>
          </a:p>
          <a:p>
            <a:pPr lvl="2" eaLnBrk="1" hangingPunct="1">
              <a:spcBef>
                <a:spcPts val="600"/>
              </a:spcBef>
              <a:spcAft>
                <a:spcPts val="600"/>
              </a:spcAft>
            </a:pPr>
            <a:r>
              <a:rPr lang="en-US" altLang="en-US" sz="2000"/>
              <a:t>Vẽ bar chart để xem tần suất của từng hạng mục.</a:t>
            </a:r>
          </a:p>
          <a:p>
            <a:pPr lvl="2" eaLnBrk="1" hangingPunct="1">
              <a:spcBef>
                <a:spcPts val="600"/>
              </a:spcBef>
              <a:spcAft>
                <a:spcPts val="600"/>
              </a:spcAft>
            </a:pPr>
            <a:r>
              <a:rPr lang="en-US" altLang="en-US" sz="2000"/>
              <a:t>Tính tỷ lệ phần trăm của các hạng mục.</a:t>
            </a:r>
          </a:p>
          <a:p>
            <a:pPr marL="461963" lvl="1" indent="-407988" eaLnBrk="1" hangingPunct="1">
              <a:spcBef>
                <a:spcPts val="600"/>
              </a:spcBef>
              <a:spcAft>
                <a:spcPts val="600"/>
              </a:spcAft>
              <a:buNone/>
            </a:pPr>
            <a:r>
              <a:rPr lang="vi-VN"/>
              <a:t>Ví dụ: Dùng sns.histplot() hoặc sns.boxplot() (thư viện Seaborn) cho dữ liệu số; sns.countplot() cho dữ liệu phân loại.</a:t>
            </a:r>
            <a:endParaRPr lang="en-US"/>
          </a:p>
          <a:p>
            <a:endParaRPr lang="en-US"/>
          </a:p>
        </p:txBody>
      </p:sp>
      <p:sp>
        <p:nvSpPr>
          <p:cNvPr id="4" name="Slide Number Placeholder 3">
            <a:extLst>
              <a:ext uri="{FF2B5EF4-FFF2-40B4-BE49-F238E27FC236}">
                <a16:creationId xmlns:a16="http://schemas.microsoft.com/office/drawing/2014/main" id="{F5D46C69-450D-EFFD-53AE-4748E4EEE9A4}"/>
              </a:ext>
            </a:extLst>
          </p:cNvPr>
          <p:cNvSpPr>
            <a:spLocks noGrp="1"/>
          </p:cNvSpPr>
          <p:nvPr>
            <p:ph type="sldNum" sz="quarter" idx="12"/>
          </p:nvPr>
        </p:nvSpPr>
        <p:spPr/>
        <p:txBody>
          <a:bodyPr/>
          <a:lstStyle/>
          <a:p>
            <a:fld id="{6A14BA1B-0DF8-9749-BA6B-F4B0BAA32ABF}" type="slidenum">
              <a:rPr lang="en-VN" smtClean="0"/>
              <a:t>9</a:t>
            </a:fld>
            <a:endParaRPr lang="en-VN"/>
          </a:p>
        </p:txBody>
      </p:sp>
    </p:spTree>
    <p:extLst>
      <p:ext uri="{BB962C8B-B14F-4D97-AF65-F5344CB8AC3E}">
        <p14:creationId xmlns:p14="http://schemas.microsoft.com/office/powerpoint/2010/main" val="33609453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C3E11-E09E-D964-A7EC-93A35258E7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97572F-CB7B-F925-59A7-03C04E29150C}"/>
              </a:ext>
            </a:extLst>
          </p:cNvPr>
          <p:cNvSpPr>
            <a:spLocks noGrp="1"/>
          </p:cNvSpPr>
          <p:nvPr>
            <p:ph type="title"/>
          </p:nvPr>
        </p:nvSpPr>
        <p:spPr/>
        <p:txBody>
          <a:bodyPr/>
          <a:lstStyle/>
          <a:p>
            <a:r>
              <a:rPr lang="nn-NO" sz="4400">
                <a:ea typeface="+mn-lt"/>
                <a:cs typeface="+mn-lt"/>
              </a:rPr>
              <a:t>Phân tích đa biến (Multivariate Analysis)</a:t>
            </a:r>
            <a:endParaRPr lang="en-US" dirty="0"/>
          </a:p>
        </p:txBody>
      </p:sp>
      <p:sp>
        <p:nvSpPr>
          <p:cNvPr id="3" name="Content Placeholder 2">
            <a:extLst>
              <a:ext uri="{FF2B5EF4-FFF2-40B4-BE49-F238E27FC236}">
                <a16:creationId xmlns:a16="http://schemas.microsoft.com/office/drawing/2014/main" id="{B902897D-9E7A-9013-EF9B-49383AF6BC21}"/>
              </a:ext>
            </a:extLst>
          </p:cNvPr>
          <p:cNvSpPr>
            <a:spLocks noGrp="1"/>
          </p:cNvSpPr>
          <p:nvPr>
            <p:ph idx="1"/>
          </p:nvPr>
        </p:nvSpPr>
        <p:spPr/>
        <p:txBody>
          <a:bodyPr>
            <a:normAutofit/>
          </a:bodyPr>
          <a:lstStyle/>
          <a:p>
            <a:pPr eaLnBrk="1" hangingPunct="1">
              <a:spcBef>
                <a:spcPts val="600"/>
              </a:spcBef>
              <a:spcAft>
                <a:spcPts val="600"/>
              </a:spcAft>
            </a:pPr>
            <a:r>
              <a:rPr lang="vi-VN" altLang="en-US" sz="2400"/>
              <a:t>Mục đích: Khám phá mối quan hệ giữa các biến để tìm ra các mẫu, tương quan hoặc xu hướng</a:t>
            </a:r>
            <a:r>
              <a:rPr lang="en-US" altLang="en-US" sz="2400"/>
              <a:t>.</a:t>
            </a:r>
          </a:p>
          <a:p>
            <a:pPr eaLnBrk="1" hangingPunct="1">
              <a:spcBef>
                <a:spcPts val="600"/>
              </a:spcBef>
              <a:spcAft>
                <a:spcPts val="600"/>
              </a:spcAft>
            </a:pPr>
            <a:r>
              <a:rPr lang="vi-VN" altLang="en-US" sz="2400"/>
              <a:t>Các bước:</a:t>
            </a:r>
            <a:r>
              <a:rPr lang="en-US" altLang="en-US" sz="2400"/>
              <a:t> </a:t>
            </a:r>
          </a:p>
          <a:p>
            <a:pPr lvl="1">
              <a:lnSpc>
                <a:spcPct val="110000"/>
              </a:lnSpc>
            </a:pPr>
            <a:r>
              <a:rPr lang="vi-VN" altLang="en-US" sz="2000"/>
              <a:t>Tương quan giữa các biến số</a:t>
            </a:r>
            <a:r>
              <a:rPr lang="en-US" altLang="en-US" sz="2000"/>
              <a:t>: </a:t>
            </a:r>
          </a:p>
          <a:p>
            <a:pPr lvl="2">
              <a:lnSpc>
                <a:spcPct val="110000"/>
              </a:lnSpc>
            </a:pPr>
            <a:r>
              <a:rPr lang="vi-VN" altLang="en-US"/>
              <a:t>Tính ma trận tương quan (correlation matrix)</a:t>
            </a:r>
            <a:r>
              <a:rPr lang="en-US" altLang="en-US"/>
              <a:t>.</a:t>
            </a:r>
          </a:p>
          <a:p>
            <a:pPr lvl="2">
              <a:lnSpc>
                <a:spcPct val="110000"/>
              </a:lnSpc>
            </a:pPr>
            <a:r>
              <a:rPr lang="vi-VN" altLang="en-US"/>
              <a:t>Vẽ heatmap để trực quan hóa tương quan</a:t>
            </a:r>
            <a:r>
              <a:rPr lang="en-US" altLang="en-US"/>
              <a:t>.</a:t>
            </a:r>
          </a:p>
          <a:p>
            <a:pPr lvl="1" eaLnBrk="1" hangingPunct="1">
              <a:spcBef>
                <a:spcPts val="600"/>
              </a:spcBef>
              <a:spcAft>
                <a:spcPts val="600"/>
              </a:spcAft>
            </a:pPr>
            <a:r>
              <a:rPr lang="en-US" altLang="en-US" sz="2000"/>
              <a:t>Mối quan hệ giữa các biến: </a:t>
            </a:r>
          </a:p>
          <a:p>
            <a:pPr lvl="2" eaLnBrk="1" hangingPunct="1">
              <a:spcBef>
                <a:spcPts val="600"/>
              </a:spcBef>
              <a:spcAft>
                <a:spcPts val="600"/>
              </a:spcAft>
            </a:pPr>
            <a:r>
              <a:rPr lang="en-US" altLang="en-US" sz="2000"/>
              <a:t>Dùng scatter plot để xem quan hệ giữa hai biến số.</a:t>
            </a:r>
          </a:p>
          <a:p>
            <a:pPr lvl="2" eaLnBrk="1" hangingPunct="1">
              <a:spcBef>
                <a:spcPts val="600"/>
              </a:spcBef>
              <a:spcAft>
                <a:spcPts val="600"/>
              </a:spcAft>
            </a:pPr>
            <a:r>
              <a:rPr lang="en-US" altLang="en-US" sz="2000"/>
              <a:t>Dùng pair plot để phân tích tất cả các cặp biến.</a:t>
            </a:r>
          </a:p>
          <a:p>
            <a:pPr marL="461963" lvl="1" indent="-407988" eaLnBrk="1" hangingPunct="1">
              <a:spcBef>
                <a:spcPts val="600"/>
              </a:spcBef>
              <a:spcAft>
                <a:spcPts val="600"/>
              </a:spcAft>
              <a:buNone/>
            </a:pPr>
            <a:r>
              <a:rPr lang="vi-VN"/>
              <a:t>Ví dụ: Sử dụng df.corr() để tính tương quan, sns.heatmap() để vẽ heatmap, sns.pairplot() để phân tích cặp biến.</a:t>
            </a:r>
            <a:endParaRPr lang="en-US"/>
          </a:p>
        </p:txBody>
      </p:sp>
      <p:sp>
        <p:nvSpPr>
          <p:cNvPr id="4" name="Slide Number Placeholder 3">
            <a:extLst>
              <a:ext uri="{FF2B5EF4-FFF2-40B4-BE49-F238E27FC236}">
                <a16:creationId xmlns:a16="http://schemas.microsoft.com/office/drawing/2014/main" id="{1DC2E34C-A346-191E-1A1E-1011D2503C1C}"/>
              </a:ext>
            </a:extLst>
          </p:cNvPr>
          <p:cNvSpPr>
            <a:spLocks noGrp="1"/>
          </p:cNvSpPr>
          <p:nvPr>
            <p:ph type="sldNum" sz="quarter" idx="12"/>
          </p:nvPr>
        </p:nvSpPr>
        <p:spPr/>
        <p:txBody>
          <a:bodyPr/>
          <a:lstStyle/>
          <a:p>
            <a:fld id="{6A14BA1B-0DF8-9749-BA6B-F4B0BAA32ABF}" type="slidenum">
              <a:rPr lang="en-VN" smtClean="0"/>
              <a:t>10</a:t>
            </a:fld>
            <a:endParaRPr lang="en-VN"/>
          </a:p>
        </p:txBody>
      </p:sp>
    </p:spTree>
    <p:extLst>
      <p:ext uri="{BB962C8B-B14F-4D97-AF65-F5344CB8AC3E}">
        <p14:creationId xmlns:p14="http://schemas.microsoft.com/office/powerpoint/2010/main" val="456361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BDBFE-EE07-32F9-4631-4B7E9E1C9E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84967B-4392-F0BD-AE35-EA6B2181A1E6}"/>
              </a:ext>
            </a:extLst>
          </p:cNvPr>
          <p:cNvSpPr>
            <a:spLocks noGrp="1"/>
          </p:cNvSpPr>
          <p:nvPr>
            <p:ph type="title"/>
          </p:nvPr>
        </p:nvSpPr>
        <p:spPr>
          <a:xfrm>
            <a:off x="838200" y="136525"/>
            <a:ext cx="11028680" cy="952046"/>
          </a:xfrm>
        </p:spPr>
        <p:txBody>
          <a:bodyPr anchor="ctr">
            <a:normAutofit/>
          </a:bodyPr>
          <a:lstStyle/>
          <a:p>
            <a:r>
              <a:rPr lang="en-US" dirty="0" err="1"/>
              <a:t>Tiền</a:t>
            </a:r>
            <a:r>
              <a:rPr lang="en-US" dirty="0"/>
              <a:t> </a:t>
            </a:r>
            <a:r>
              <a:rPr lang="en-US" dirty="0" err="1"/>
              <a:t>xử</a:t>
            </a:r>
            <a:r>
              <a:rPr lang="en-US" dirty="0"/>
              <a:t> </a:t>
            </a:r>
            <a:r>
              <a:rPr lang="en-US" dirty="0" err="1"/>
              <a:t>lý</a:t>
            </a:r>
            <a:r>
              <a:rPr lang="en-US" dirty="0"/>
              <a:t> </a:t>
            </a:r>
            <a:r>
              <a:rPr lang="en-US" dirty="0" err="1"/>
              <a:t>dữ</a:t>
            </a:r>
            <a:r>
              <a:rPr lang="en-US" dirty="0"/>
              <a:t> </a:t>
            </a:r>
            <a:r>
              <a:rPr lang="en-US" dirty="0" err="1"/>
              <a:t>liệu</a:t>
            </a:r>
            <a:r>
              <a:rPr lang="en-US" dirty="0"/>
              <a:t> </a:t>
            </a:r>
            <a:r>
              <a:rPr lang="en-US" dirty="0" err="1"/>
              <a:t>dạng</a:t>
            </a:r>
            <a:r>
              <a:rPr lang="en-US" dirty="0"/>
              <a:t> text</a:t>
            </a:r>
          </a:p>
        </p:txBody>
      </p:sp>
      <p:pic>
        <p:nvPicPr>
          <p:cNvPr id="8" name="Content Placeholder 7" descr="A diagram of a software algorithm&#10;&#10;AI-generated content may be incorrect.">
            <a:extLst>
              <a:ext uri="{FF2B5EF4-FFF2-40B4-BE49-F238E27FC236}">
                <a16:creationId xmlns:a16="http://schemas.microsoft.com/office/drawing/2014/main" id="{FD55A344-06CD-FD9E-8379-822753B6C6A1}"/>
              </a:ext>
            </a:extLst>
          </p:cNvPr>
          <p:cNvPicPr>
            <a:picLocks noGrp="1" noChangeAspect="1"/>
          </p:cNvPicPr>
          <p:nvPr>
            <p:ph idx="1"/>
          </p:nvPr>
        </p:nvPicPr>
        <p:blipFill>
          <a:blip r:embed="rId2"/>
          <a:stretch>
            <a:fillRect/>
          </a:stretch>
        </p:blipFill>
        <p:spPr>
          <a:xfrm>
            <a:off x="838200" y="1354131"/>
            <a:ext cx="11028680" cy="4742330"/>
          </a:xfrm>
          <a:prstGeom prst="rect">
            <a:avLst/>
          </a:prstGeom>
          <a:noFill/>
        </p:spPr>
      </p:pic>
      <p:sp>
        <p:nvSpPr>
          <p:cNvPr id="4" name="Slide Number Placeholder 3">
            <a:extLst>
              <a:ext uri="{FF2B5EF4-FFF2-40B4-BE49-F238E27FC236}">
                <a16:creationId xmlns:a16="http://schemas.microsoft.com/office/drawing/2014/main" id="{38901FD1-55EB-39E5-8D60-48123728C0E6}"/>
              </a:ext>
            </a:extLst>
          </p:cNvPr>
          <p:cNvSpPr>
            <a:spLocks noGrp="1"/>
          </p:cNvSpPr>
          <p:nvPr>
            <p:ph type="sldNum" sz="quarter" idx="12"/>
          </p:nvPr>
        </p:nvSpPr>
        <p:spPr>
          <a:xfrm>
            <a:off x="9123680" y="6190572"/>
            <a:ext cx="2743200" cy="365125"/>
          </a:xfrm>
        </p:spPr>
        <p:txBody>
          <a:bodyPr anchor="ctr">
            <a:normAutofit/>
          </a:bodyPr>
          <a:lstStyle/>
          <a:p>
            <a:pPr>
              <a:spcAft>
                <a:spcPts val="600"/>
              </a:spcAft>
            </a:pPr>
            <a:fld id="{6A14BA1B-0DF8-9749-BA6B-F4B0BAA32ABF}" type="slidenum">
              <a:rPr lang="en-VN" smtClean="0"/>
              <a:pPr>
                <a:spcAft>
                  <a:spcPts val="600"/>
                </a:spcAft>
              </a:pPr>
              <a:t>11</a:t>
            </a:fld>
            <a:endParaRPr lang="en-VN"/>
          </a:p>
        </p:txBody>
      </p:sp>
      <p:pic>
        <p:nvPicPr>
          <p:cNvPr id="9" name="Content Placeholder 7" descr="A diagram of a software algorithm&#10;&#10;AI-generated content may be incorrect.">
            <a:extLst>
              <a:ext uri="{FF2B5EF4-FFF2-40B4-BE49-F238E27FC236}">
                <a16:creationId xmlns:a16="http://schemas.microsoft.com/office/drawing/2014/main" id="{B134489C-48D0-9F0D-87B2-8249A0B95AAE}"/>
              </a:ext>
            </a:extLst>
          </p:cNvPr>
          <p:cNvPicPr>
            <a:picLocks noChangeAspect="1"/>
          </p:cNvPicPr>
          <p:nvPr/>
        </p:nvPicPr>
        <p:blipFill>
          <a:blip r:embed="rId2"/>
          <a:stretch>
            <a:fillRect/>
          </a:stretch>
        </p:blipFill>
        <p:spPr>
          <a:xfrm>
            <a:off x="581660" y="1398735"/>
            <a:ext cx="11028680" cy="4742330"/>
          </a:xfrm>
          <a:prstGeom prst="rect">
            <a:avLst/>
          </a:prstGeom>
          <a:noFill/>
        </p:spPr>
      </p:pic>
    </p:spTree>
    <p:extLst>
      <p:ext uri="{BB962C8B-B14F-4D97-AF65-F5344CB8AC3E}">
        <p14:creationId xmlns:p14="http://schemas.microsoft.com/office/powerpoint/2010/main" val="29088829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9A345-01D4-A58F-AB11-8F168EE3B1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26FCFF-8CF0-6632-9AEC-B237E1C6B232}"/>
              </a:ext>
            </a:extLst>
          </p:cNvPr>
          <p:cNvSpPr>
            <a:spLocks noGrp="1"/>
          </p:cNvSpPr>
          <p:nvPr>
            <p:ph type="title"/>
          </p:nvPr>
        </p:nvSpPr>
        <p:spPr>
          <a:xfrm>
            <a:off x="838200" y="136525"/>
            <a:ext cx="11028680" cy="952046"/>
          </a:xfrm>
        </p:spPr>
        <p:txBody>
          <a:bodyPr anchor="ctr">
            <a:normAutofit/>
          </a:bodyPr>
          <a:lstStyle/>
          <a:p>
            <a:r>
              <a:rPr lang="en-US" dirty="0" err="1"/>
              <a:t>Tiền</a:t>
            </a:r>
            <a:r>
              <a:rPr lang="en-US" dirty="0"/>
              <a:t> </a:t>
            </a:r>
            <a:r>
              <a:rPr lang="en-US" dirty="0" err="1"/>
              <a:t>xử</a:t>
            </a:r>
            <a:r>
              <a:rPr lang="en-US" dirty="0"/>
              <a:t> </a:t>
            </a:r>
            <a:r>
              <a:rPr lang="en-US" dirty="0" err="1"/>
              <a:t>lý</a:t>
            </a:r>
            <a:r>
              <a:rPr lang="en-US" dirty="0"/>
              <a:t> </a:t>
            </a:r>
            <a:r>
              <a:rPr lang="en-US" dirty="0" err="1"/>
              <a:t>dữ</a:t>
            </a:r>
            <a:r>
              <a:rPr lang="en-US" dirty="0"/>
              <a:t> </a:t>
            </a:r>
            <a:r>
              <a:rPr lang="en-US" dirty="0" err="1"/>
              <a:t>liệu</a:t>
            </a:r>
            <a:r>
              <a:rPr lang="en-US" dirty="0"/>
              <a:t> </a:t>
            </a:r>
            <a:r>
              <a:rPr lang="en-US" dirty="0" err="1"/>
              <a:t>dạng</a:t>
            </a:r>
            <a:r>
              <a:rPr lang="en-US" dirty="0"/>
              <a:t> text</a:t>
            </a:r>
          </a:p>
        </p:txBody>
      </p:sp>
      <p:pic>
        <p:nvPicPr>
          <p:cNvPr id="7" name="Content Placeholder 6" descr="A diagram of a machine learning&#10;&#10;AI-generated content may be incorrect.">
            <a:extLst>
              <a:ext uri="{FF2B5EF4-FFF2-40B4-BE49-F238E27FC236}">
                <a16:creationId xmlns:a16="http://schemas.microsoft.com/office/drawing/2014/main" id="{91F54A5C-239D-1CB0-305B-A38F7CB07EC3}"/>
              </a:ext>
            </a:extLst>
          </p:cNvPr>
          <p:cNvPicPr>
            <a:picLocks noGrp="1" noChangeAspect="1"/>
          </p:cNvPicPr>
          <p:nvPr>
            <p:ph idx="1"/>
          </p:nvPr>
        </p:nvPicPr>
        <p:blipFill>
          <a:blip r:embed="rId2"/>
          <a:stretch>
            <a:fillRect/>
          </a:stretch>
        </p:blipFill>
        <p:spPr>
          <a:xfrm>
            <a:off x="581660" y="1488180"/>
            <a:ext cx="11028680" cy="4659615"/>
          </a:xfrm>
          <a:prstGeom prst="rect">
            <a:avLst/>
          </a:prstGeom>
          <a:noFill/>
        </p:spPr>
      </p:pic>
      <p:sp>
        <p:nvSpPr>
          <p:cNvPr id="4" name="Slide Number Placeholder 3">
            <a:extLst>
              <a:ext uri="{FF2B5EF4-FFF2-40B4-BE49-F238E27FC236}">
                <a16:creationId xmlns:a16="http://schemas.microsoft.com/office/drawing/2014/main" id="{9400E1D7-B089-AF13-9FC0-069403F206E7}"/>
              </a:ext>
            </a:extLst>
          </p:cNvPr>
          <p:cNvSpPr>
            <a:spLocks noGrp="1"/>
          </p:cNvSpPr>
          <p:nvPr>
            <p:ph type="sldNum" sz="quarter" idx="12"/>
          </p:nvPr>
        </p:nvSpPr>
        <p:spPr>
          <a:xfrm>
            <a:off x="9123680" y="6190572"/>
            <a:ext cx="2743200" cy="365125"/>
          </a:xfrm>
        </p:spPr>
        <p:txBody>
          <a:bodyPr anchor="ctr">
            <a:normAutofit/>
          </a:bodyPr>
          <a:lstStyle/>
          <a:p>
            <a:pPr>
              <a:spcAft>
                <a:spcPts val="600"/>
              </a:spcAft>
            </a:pPr>
            <a:fld id="{6A14BA1B-0DF8-9749-BA6B-F4B0BAA32ABF}" type="slidenum">
              <a:rPr lang="en-VN" smtClean="0"/>
              <a:pPr>
                <a:spcAft>
                  <a:spcPts val="600"/>
                </a:spcAft>
              </a:pPr>
              <a:t>12</a:t>
            </a:fld>
            <a:endParaRPr lang="en-VN"/>
          </a:p>
        </p:txBody>
      </p:sp>
    </p:spTree>
    <p:extLst>
      <p:ext uri="{BB962C8B-B14F-4D97-AF65-F5344CB8AC3E}">
        <p14:creationId xmlns:p14="http://schemas.microsoft.com/office/powerpoint/2010/main" val="29249932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BEC9F-A477-2EAA-6D83-965D89DE42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9CB57C-4993-C41E-6C0A-258C4F6C430F}"/>
              </a:ext>
            </a:extLst>
          </p:cNvPr>
          <p:cNvSpPr>
            <a:spLocks noGrp="1"/>
          </p:cNvSpPr>
          <p:nvPr>
            <p:ph type="title"/>
          </p:nvPr>
        </p:nvSpPr>
        <p:spPr>
          <a:xfrm>
            <a:off x="838200" y="136525"/>
            <a:ext cx="11028680" cy="952046"/>
          </a:xfrm>
        </p:spPr>
        <p:txBody>
          <a:bodyPr anchor="ctr">
            <a:normAutofit/>
          </a:bodyPr>
          <a:lstStyle/>
          <a:p>
            <a:r>
              <a:rPr lang="en-US" dirty="0" err="1"/>
              <a:t>Tiền</a:t>
            </a:r>
            <a:r>
              <a:rPr lang="en-US" dirty="0"/>
              <a:t> </a:t>
            </a:r>
            <a:r>
              <a:rPr lang="en-US" dirty="0" err="1"/>
              <a:t>xử</a:t>
            </a:r>
            <a:r>
              <a:rPr lang="en-US" dirty="0"/>
              <a:t> </a:t>
            </a:r>
            <a:r>
              <a:rPr lang="en-US" dirty="0" err="1"/>
              <a:t>lý</a:t>
            </a:r>
            <a:r>
              <a:rPr lang="en-US" dirty="0"/>
              <a:t> </a:t>
            </a:r>
            <a:r>
              <a:rPr lang="en-US" dirty="0" err="1"/>
              <a:t>dữ</a:t>
            </a:r>
            <a:r>
              <a:rPr lang="en-US" dirty="0"/>
              <a:t> </a:t>
            </a:r>
            <a:r>
              <a:rPr lang="en-US" dirty="0" err="1"/>
              <a:t>liệu</a:t>
            </a:r>
            <a:r>
              <a:rPr lang="en-US" dirty="0"/>
              <a:t> </a:t>
            </a:r>
            <a:r>
              <a:rPr lang="en-US" dirty="0" err="1"/>
              <a:t>dạng</a:t>
            </a:r>
            <a:r>
              <a:rPr lang="en-US" dirty="0"/>
              <a:t> text</a:t>
            </a:r>
          </a:p>
        </p:txBody>
      </p:sp>
      <p:pic>
        <p:nvPicPr>
          <p:cNvPr id="3" name="Content Placeholder 2" descr="A diagram of a data engineer&#10;&#10;AI-generated content may be incorrect.">
            <a:extLst>
              <a:ext uri="{FF2B5EF4-FFF2-40B4-BE49-F238E27FC236}">
                <a16:creationId xmlns:a16="http://schemas.microsoft.com/office/drawing/2014/main" id="{2065CC0A-619B-797C-5B0E-D7083A08E31A}"/>
              </a:ext>
            </a:extLst>
          </p:cNvPr>
          <p:cNvPicPr>
            <a:picLocks noGrp="1" noChangeAspect="1"/>
          </p:cNvPicPr>
          <p:nvPr>
            <p:ph idx="1"/>
          </p:nvPr>
        </p:nvPicPr>
        <p:blipFill>
          <a:blip r:embed="rId2"/>
          <a:stretch>
            <a:fillRect/>
          </a:stretch>
        </p:blipFill>
        <p:spPr>
          <a:xfrm>
            <a:off x="581660" y="1085407"/>
            <a:ext cx="11028680" cy="4687186"/>
          </a:xfrm>
          <a:prstGeom prst="rect">
            <a:avLst/>
          </a:prstGeom>
          <a:noFill/>
        </p:spPr>
      </p:pic>
      <p:sp>
        <p:nvSpPr>
          <p:cNvPr id="4" name="Slide Number Placeholder 3">
            <a:extLst>
              <a:ext uri="{FF2B5EF4-FFF2-40B4-BE49-F238E27FC236}">
                <a16:creationId xmlns:a16="http://schemas.microsoft.com/office/drawing/2014/main" id="{DB8D5254-E00E-CCD6-3BAD-91D7F50C5863}"/>
              </a:ext>
            </a:extLst>
          </p:cNvPr>
          <p:cNvSpPr>
            <a:spLocks noGrp="1"/>
          </p:cNvSpPr>
          <p:nvPr>
            <p:ph type="sldNum" sz="quarter" idx="12"/>
          </p:nvPr>
        </p:nvSpPr>
        <p:spPr>
          <a:xfrm>
            <a:off x="9123680" y="6190572"/>
            <a:ext cx="2743200" cy="365125"/>
          </a:xfrm>
        </p:spPr>
        <p:txBody>
          <a:bodyPr anchor="ctr">
            <a:normAutofit/>
          </a:bodyPr>
          <a:lstStyle/>
          <a:p>
            <a:pPr>
              <a:spcAft>
                <a:spcPts val="600"/>
              </a:spcAft>
            </a:pPr>
            <a:fld id="{6A14BA1B-0DF8-9749-BA6B-F4B0BAA32ABF}" type="slidenum">
              <a:rPr lang="en-VN" smtClean="0"/>
              <a:pPr>
                <a:spcAft>
                  <a:spcPts val="600"/>
                </a:spcAft>
              </a:pPr>
              <a:t>13</a:t>
            </a:fld>
            <a:endParaRPr lang="en-VN"/>
          </a:p>
        </p:txBody>
      </p:sp>
    </p:spTree>
    <p:extLst>
      <p:ext uri="{BB962C8B-B14F-4D97-AF65-F5344CB8AC3E}">
        <p14:creationId xmlns:p14="http://schemas.microsoft.com/office/powerpoint/2010/main" val="14732859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A6B81-1379-F67B-DC1B-8C86BF89D4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17CA20-1A40-441B-A9BF-6A8DEEC8FB6F}"/>
              </a:ext>
            </a:extLst>
          </p:cNvPr>
          <p:cNvSpPr>
            <a:spLocks noGrp="1"/>
          </p:cNvSpPr>
          <p:nvPr>
            <p:ph type="title"/>
          </p:nvPr>
        </p:nvSpPr>
        <p:spPr>
          <a:xfrm>
            <a:off x="838200" y="136525"/>
            <a:ext cx="11028680" cy="952046"/>
          </a:xfrm>
        </p:spPr>
        <p:txBody>
          <a:bodyPr anchor="ctr">
            <a:normAutofit/>
          </a:bodyPr>
          <a:lstStyle/>
          <a:p>
            <a:r>
              <a:rPr lang="en-US" dirty="0" err="1"/>
              <a:t>Tiền</a:t>
            </a:r>
            <a:r>
              <a:rPr lang="en-US" dirty="0"/>
              <a:t> </a:t>
            </a:r>
            <a:r>
              <a:rPr lang="en-US" dirty="0" err="1"/>
              <a:t>xử</a:t>
            </a:r>
            <a:r>
              <a:rPr lang="en-US" dirty="0"/>
              <a:t> </a:t>
            </a:r>
            <a:r>
              <a:rPr lang="en-US" dirty="0" err="1"/>
              <a:t>lý</a:t>
            </a:r>
            <a:r>
              <a:rPr lang="en-US" dirty="0"/>
              <a:t> </a:t>
            </a:r>
            <a:r>
              <a:rPr lang="en-US" dirty="0" err="1"/>
              <a:t>dữ</a:t>
            </a:r>
            <a:r>
              <a:rPr lang="en-US" dirty="0"/>
              <a:t> </a:t>
            </a:r>
            <a:r>
              <a:rPr lang="en-US" dirty="0" err="1"/>
              <a:t>liệu</a:t>
            </a:r>
            <a:r>
              <a:rPr lang="en-US" dirty="0"/>
              <a:t> </a:t>
            </a:r>
            <a:r>
              <a:rPr lang="en-US" dirty="0" err="1"/>
              <a:t>dạng</a:t>
            </a:r>
            <a:r>
              <a:rPr lang="en-US" dirty="0"/>
              <a:t> text</a:t>
            </a:r>
          </a:p>
        </p:txBody>
      </p:sp>
      <p:pic>
        <p:nvPicPr>
          <p:cNvPr id="11" name="Content Placeholder 10" descr="A screenshot of a computer&#10;&#10;AI-generated content may be incorrect.">
            <a:extLst>
              <a:ext uri="{FF2B5EF4-FFF2-40B4-BE49-F238E27FC236}">
                <a16:creationId xmlns:a16="http://schemas.microsoft.com/office/drawing/2014/main" id="{A662BB3B-D8FD-1B55-EFF2-FD15DFFA27AB}"/>
              </a:ext>
            </a:extLst>
          </p:cNvPr>
          <p:cNvPicPr>
            <a:picLocks noGrp="1" noChangeAspect="1"/>
          </p:cNvPicPr>
          <p:nvPr>
            <p:ph idx="1"/>
          </p:nvPr>
        </p:nvPicPr>
        <p:blipFill>
          <a:blip r:embed="rId2"/>
          <a:stretch>
            <a:fillRect/>
          </a:stretch>
        </p:blipFill>
        <p:spPr>
          <a:xfrm>
            <a:off x="1168025" y="1088571"/>
            <a:ext cx="9855949" cy="4903334"/>
          </a:xfrm>
          <a:prstGeom prst="rect">
            <a:avLst/>
          </a:prstGeom>
          <a:noFill/>
        </p:spPr>
      </p:pic>
      <p:sp>
        <p:nvSpPr>
          <p:cNvPr id="4" name="Slide Number Placeholder 3">
            <a:extLst>
              <a:ext uri="{FF2B5EF4-FFF2-40B4-BE49-F238E27FC236}">
                <a16:creationId xmlns:a16="http://schemas.microsoft.com/office/drawing/2014/main" id="{F35FF4D4-A0BD-17E9-FAA3-A49AD3F9AD27}"/>
              </a:ext>
            </a:extLst>
          </p:cNvPr>
          <p:cNvSpPr>
            <a:spLocks noGrp="1"/>
          </p:cNvSpPr>
          <p:nvPr>
            <p:ph type="sldNum" sz="quarter" idx="12"/>
          </p:nvPr>
        </p:nvSpPr>
        <p:spPr>
          <a:xfrm>
            <a:off x="9123680" y="6190572"/>
            <a:ext cx="2743200" cy="365125"/>
          </a:xfrm>
        </p:spPr>
        <p:txBody>
          <a:bodyPr anchor="ctr">
            <a:normAutofit/>
          </a:bodyPr>
          <a:lstStyle/>
          <a:p>
            <a:pPr>
              <a:spcAft>
                <a:spcPts val="600"/>
              </a:spcAft>
            </a:pPr>
            <a:fld id="{6A14BA1B-0DF8-9749-BA6B-F4B0BAA32ABF}" type="slidenum">
              <a:rPr lang="en-VN" smtClean="0"/>
              <a:pPr>
                <a:spcAft>
                  <a:spcPts val="600"/>
                </a:spcAft>
              </a:pPr>
              <a:t>14</a:t>
            </a:fld>
            <a:endParaRPr lang="en-VN"/>
          </a:p>
        </p:txBody>
      </p:sp>
    </p:spTree>
    <p:extLst>
      <p:ext uri="{BB962C8B-B14F-4D97-AF65-F5344CB8AC3E}">
        <p14:creationId xmlns:p14="http://schemas.microsoft.com/office/powerpoint/2010/main" val="5690075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4F2-7585-313E-5078-5FFDE831A0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E4A72F-86CE-D200-9777-5322E09F64C5}"/>
              </a:ext>
            </a:extLst>
          </p:cNvPr>
          <p:cNvSpPr>
            <a:spLocks noGrp="1"/>
          </p:cNvSpPr>
          <p:nvPr>
            <p:ph type="title"/>
          </p:nvPr>
        </p:nvSpPr>
        <p:spPr>
          <a:xfrm>
            <a:off x="838200" y="136525"/>
            <a:ext cx="11028680" cy="952046"/>
          </a:xfrm>
        </p:spPr>
        <p:txBody>
          <a:bodyPr anchor="ctr">
            <a:normAutofit/>
          </a:bodyPr>
          <a:lstStyle/>
          <a:p>
            <a:r>
              <a:rPr lang="en-US" dirty="0" err="1"/>
              <a:t>Tiền</a:t>
            </a:r>
            <a:r>
              <a:rPr lang="en-US" dirty="0"/>
              <a:t> </a:t>
            </a:r>
            <a:r>
              <a:rPr lang="en-US" dirty="0" err="1"/>
              <a:t>xử</a:t>
            </a:r>
            <a:r>
              <a:rPr lang="en-US" dirty="0"/>
              <a:t> </a:t>
            </a:r>
            <a:r>
              <a:rPr lang="en-US" dirty="0" err="1"/>
              <a:t>lý</a:t>
            </a:r>
            <a:r>
              <a:rPr lang="en-US" dirty="0"/>
              <a:t> </a:t>
            </a:r>
            <a:r>
              <a:rPr lang="en-US" dirty="0" err="1"/>
              <a:t>dữ</a:t>
            </a:r>
            <a:r>
              <a:rPr lang="en-US" dirty="0"/>
              <a:t> </a:t>
            </a:r>
            <a:r>
              <a:rPr lang="en-US" dirty="0" err="1"/>
              <a:t>liệu</a:t>
            </a:r>
            <a:r>
              <a:rPr lang="en-US" dirty="0"/>
              <a:t> </a:t>
            </a:r>
            <a:r>
              <a:rPr lang="en-US" dirty="0" err="1"/>
              <a:t>dạng</a:t>
            </a:r>
            <a:r>
              <a:rPr lang="en-US" dirty="0"/>
              <a:t> text</a:t>
            </a:r>
          </a:p>
        </p:txBody>
      </p:sp>
      <p:sp>
        <p:nvSpPr>
          <p:cNvPr id="4" name="Slide Number Placeholder 3">
            <a:extLst>
              <a:ext uri="{FF2B5EF4-FFF2-40B4-BE49-F238E27FC236}">
                <a16:creationId xmlns:a16="http://schemas.microsoft.com/office/drawing/2014/main" id="{D908CA72-24B1-7C0F-D5ED-79E8F230C832}"/>
              </a:ext>
            </a:extLst>
          </p:cNvPr>
          <p:cNvSpPr>
            <a:spLocks noGrp="1"/>
          </p:cNvSpPr>
          <p:nvPr>
            <p:ph type="sldNum" sz="quarter" idx="12"/>
          </p:nvPr>
        </p:nvSpPr>
        <p:spPr>
          <a:xfrm>
            <a:off x="9123680" y="6190572"/>
            <a:ext cx="2743200" cy="365125"/>
          </a:xfrm>
        </p:spPr>
        <p:txBody>
          <a:bodyPr anchor="ctr">
            <a:normAutofit/>
          </a:bodyPr>
          <a:lstStyle/>
          <a:p>
            <a:pPr>
              <a:spcAft>
                <a:spcPts val="600"/>
              </a:spcAft>
            </a:pPr>
            <a:fld id="{6A14BA1B-0DF8-9749-BA6B-F4B0BAA32ABF}" type="slidenum">
              <a:rPr lang="en-VN" smtClean="0"/>
              <a:pPr>
                <a:spcAft>
                  <a:spcPts val="600"/>
                </a:spcAft>
              </a:pPr>
              <a:t>15</a:t>
            </a:fld>
            <a:endParaRPr lang="en-VN"/>
          </a:p>
        </p:txBody>
      </p:sp>
      <p:pic>
        <p:nvPicPr>
          <p:cNvPr id="3" name="Content Placeholder 2">
            <a:extLst>
              <a:ext uri="{FF2B5EF4-FFF2-40B4-BE49-F238E27FC236}">
                <a16:creationId xmlns:a16="http://schemas.microsoft.com/office/drawing/2014/main" id="{5DAF55AD-441E-4D6E-9947-6414F35AD079}"/>
              </a:ext>
            </a:extLst>
          </p:cNvPr>
          <p:cNvPicPr>
            <a:picLocks noGrp="1" noChangeAspect="1"/>
          </p:cNvPicPr>
          <p:nvPr>
            <p:ph idx="1"/>
          </p:nvPr>
        </p:nvPicPr>
        <p:blipFill>
          <a:blip r:embed="rId2"/>
          <a:stretch>
            <a:fillRect/>
          </a:stretch>
        </p:blipFill>
        <p:spPr>
          <a:xfrm>
            <a:off x="1164740" y="1088571"/>
            <a:ext cx="9862520" cy="4903788"/>
          </a:xfrm>
          <a:prstGeom prst="rect">
            <a:avLst/>
          </a:prstGeom>
        </p:spPr>
      </p:pic>
    </p:spTree>
    <p:extLst>
      <p:ext uri="{BB962C8B-B14F-4D97-AF65-F5344CB8AC3E}">
        <p14:creationId xmlns:p14="http://schemas.microsoft.com/office/powerpoint/2010/main" val="6324838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80BBB-109B-E255-C7E7-D814B651B4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480FCD-5D96-BB75-C4C7-1DF0C6D65742}"/>
              </a:ext>
            </a:extLst>
          </p:cNvPr>
          <p:cNvSpPr>
            <a:spLocks noGrp="1"/>
          </p:cNvSpPr>
          <p:nvPr>
            <p:ph type="title"/>
          </p:nvPr>
        </p:nvSpPr>
        <p:spPr>
          <a:xfrm>
            <a:off x="838200" y="136525"/>
            <a:ext cx="11028680" cy="952046"/>
          </a:xfrm>
        </p:spPr>
        <p:txBody>
          <a:bodyPr anchor="ctr">
            <a:normAutofit/>
          </a:bodyPr>
          <a:lstStyle/>
          <a:p>
            <a:r>
              <a:rPr lang="en-US" dirty="0" err="1"/>
              <a:t>Tiền</a:t>
            </a:r>
            <a:r>
              <a:rPr lang="en-US" dirty="0"/>
              <a:t> </a:t>
            </a:r>
            <a:r>
              <a:rPr lang="en-US" dirty="0" err="1"/>
              <a:t>xử</a:t>
            </a:r>
            <a:r>
              <a:rPr lang="en-US" dirty="0"/>
              <a:t> </a:t>
            </a:r>
            <a:r>
              <a:rPr lang="en-US" dirty="0" err="1"/>
              <a:t>lý</a:t>
            </a:r>
            <a:r>
              <a:rPr lang="en-US" dirty="0"/>
              <a:t> </a:t>
            </a:r>
            <a:r>
              <a:rPr lang="en-US" dirty="0" err="1"/>
              <a:t>dữ</a:t>
            </a:r>
            <a:r>
              <a:rPr lang="en-US" dirty="0"/>
              <a:t> </a:t>
            </a:r>
            <a:r>
              <a:rPr lang="en-US" dirty="0" err="1"/>
              <a:t>liệu</a:t>
            </a:r>
            <a:r>
              <a:rPr lang="en-US" dirty="0"/>
              <a:t> </a:t>
            </a:r>
            <a:r>
              <a:rPr lang="en-US" dirty="0" err="1"/>
              <a:t>dạng</a:t>
            </a:r>
            <a:r>
              <a:rPr lang="en-US" dirty="0"/>
              <a:t> text</a:t>
            </a:r>
          </a:p>
        </p:txBody>
      </p:sp>
      <p:sp>
        <p:nvSpPr>
          <p:cNvPr id="4" name="Slide Number Placeholder 3">
            <a:extLst>
              <a:ext uri="{FF2B5EF4-FFF2-40B4-BE49-F238E27FC236}">
                <a16:creationId xmlns:a16="http://schemas.microsoft.com/office/drawing/2014/main" id="{BB49D27A-751E-AA02-696B-457D4CAF9418}"/>
              </a:ext>
            </a:extLst>
          </p:cNvPr>
          <p:cNvSpPr>
            <a:spLocks noGrp="1"/>
          </p:cNvSpPr>
          <p:nvPr>
            <p:ph type="sldNum" sz="quarter" idx="12"/>
          </p:nvPr>
        </p:nvSpPr>
        <p:spPr>
          <a:xfrm>
            <a:off x="9123680" y="6190572"/>
            <a:ext cx="2743200" cy="365125"/>
          </a:xfrm>
        </p:spPr>
        <p:txBody>
          <a:bodyPr anchor="ctr">
            <a:normAutofit/>
          </a:bodyPr>
          <a:lstStyle/>
          <a:p>
            <a:pPr>
              <a:spcAft>
                <a:spcPts val="600"/>
              </a:spcAft>
            </a:pPr>
            <a:fld id="{6A14BA1B-0DF8-9749-BA6B-F4B0BAA32ABF}" type="slidenum">
              <a:rPr lang="en-VN" smtClean="0"/>
              <a:pPr>
                <a:spcAft>
                  <a:spcPts val="600"/>
                </a:spcAft>
              </a:pPr>
              <a:t>16</a:t>
            </a:fld>
            <a:endParaRPr lang="en-VN"/>
          </a:p>
        </p:txBody>
      </p:sp>
      <p:pic>
        <p:nvPicPr>
          <p:cNvPr id="3" name="Content Placeholder 2">
            <a:extLst>
              <a:ext uri="{FF2B5EF4-FFF2-40B4-BE49-F238E27FC236}">
                <a16:creationId xmlns:a16="http://schemas.microsoft.com/office/drawing/2014/main" id="{B84C2D19-229C-D8FC-E0C0-36648FAD78EA}"/>
              </a:ext>
            </a:extLst>
          </p:cNvPr>
          <p:cNvPicPr>
            <a:picLocks noGrp="1" noChangeAspect="1"/>
          </p:cNvPicPr>
          <p:nvPr>
            <p:ph idx="1"/>
          </p:nvPr>
        </p:nvPicPr>
        <p:blipFill>
          <a:blip r:embed="rId2"/>
          <a:stretch>
            <a:fillRect/>
          </a:stretch>
        </p:blipFill>
        <p:spPr>
          <a:xfrm>
            <a:off x="1164778" y="1088571"/>
            <a:ext cx="9862443" cy="4903788"/>
          </a:xfrm>
          <a:prstGeom prst="rect">
            <a:avLst/>
          </a:prstGeom>
        </p:spPr>
      </p:pic>
    </p:spTree>
    <p:extLst>
      <p:ext uri="{BB962C8B-B14F-4D97-AF65-F5344CB8AC3E}">
        <p14:creationId xmlns:p14="http://schemas.microsoft.com/office/powerpoint/2010/main" val="28373763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B7B47-5982-9FCB-6802-0A49FA6D84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CF712A-6362-999B-CBB3-32780D41809E}"/>
              </a:ext>
            </a:extLst>
          </p:cNvPr>
          <p:cNvSpPr>
            <a:spLocks noGrp="1"/>
          </p:cNvSpPr>
          <p:nvPr>
            <p:ph type="title"/>
          </p:nvPr>
        </p:nvSpPr>
        <p:spPr>
          <a:xfrm>
            <a:off x="838200" y="136525"/>
            <a:ext cx="11028680" cy="952046"/>
          </a:xfrm>
        </p:spPr>
        <p:txBody>
          <a:bodyPr anchor="ctr">
            <a:normAutofit/>
          </a:bodyPr>
          <a:lstStyle/>
          <a:p>
            <a:r>
              <a:rPr lang="en-US" dirty="0" err="1"/>
              <a:t>Tiền</a:t>
            </a:r>
            <a:r>
              <a:rPr lang="en-US" dirty="0"/>
              <a:t> </a:t>
            </a:r>
            <a:r>
              <a:rPr lang="en-US" dirty="0" err="1"/>
              <a:t>xử</a:t>
            </a:r>
            <a:r>
              <a:rPr lang="en-US" dirty="0"/>
              <a:t> </a:t>
            </a:r>
            <a:r>
              <a:rPr lang="en-US" dirty="0" err="1"/>
              <a:t>lý</a:t>
            </a:r>
            <a:r>
              <a:rPr lang="en-US" dirty="0"/>
              <a:t> </a:t>
            </a:r>
            <a:r>
              <a:rPr lang="en-US" dirty="0" err="1"/>
              <a:t>dữ</a:t>
            </a:r>
            <a:r>
              <a:rPr lang="en-US" dirty="0"/>
              <a:t> </a:t>
            </a:r>
            <a:r>
              <a:rPr lang="en-US" dirty="0" err="1"/>
              <a:t>liệu</a:t>
            </a:r>
            <a:r>
              <a:rPr lang="en-US" dirty="0"/>
              <a:t> </a:t>
            </a:r>
            <a:r>
              <a:rPr lang="en-US" dirty="0" err="1"/>
              <a:t>dạng</a:t>
            </a:r>
            <a:r>
              <a:rPr lang="en-US" dirty="0"/>
              <a:t> text</a:t>
            </a:r>
          </a:p>
        </p:txBody>
      </p:sp>
      <p:sp>
        <p:nvSpPr>
          <p:cNvPr id="4" name="Slide Number Placeholder 3">
            <a:extLst>
              <a:ext uri="{FF2B5EF4-FFF2-40B4-BE49-F238E27FC236}">
                <a16:creationId xmlns:a16="http://schemas.microsoft.com/office/drawing/2014/main" id="{425A2D1F-10BE-040B-A8B7-B18C4EDFD104}"/>
              </a:ext>
            </a:extLst>
          </p:cNvPr>
          <p:cNvSpPr>
            <a:spLocks noGrp="1"/>
          </p:cNvSpPr>
          <p:nvPr>
            <p:ph type="sldNum" sz="quarter" idx="12"/>
          </p:nvPr>
        </p:nvSpPr>
        <p:spPr>
          <a:xfrm>
            <a:off x="9123680" y="6190572"/>
            <a:ext cx="2743200" cy="365125"/>
          </a:xfrm>
        </p:spPr>
        <p:txBody>
          <a:bodyPr anchor="ctr">
            <a:normAutofit/>
          </a:bodyPr>
          <a:lstStyle/>
          <a:p>
            <a:pPr>
              <a:spcAft>
                <a:spcPts val="600"/>
              </a:spcAft>
            </a:pPr>
            <a:fld id="{6A14BA1B-0DF8-9749-BA6B-F4B0BAA32ABF}" type="slidenum">
              <a:rPr lang="en-VN" smtClean="0"/>
              <a:pPr>
                <a:spcAft>
                  <a:spcPts val="600"/>
                </a:spcAft>
              </a:pPr>
              <a:t>17</a:t>
            </a:fld>
            <a:endParaRPr lang="en-VN"/>
          </a:p>
        </p:txBody>
      </p:sp>
      <p:pic>
        <p:nvPicPr>
          <p:cNvPr id="3" name="Content Placeholder 2">
            <a:extLst>
              <a:ext uri="{FF2B5EF4-FFF2-40B4-BE49-F238E27FC236}">
                <a16:creationId xmlns:a16="http://schemas.microsoft.com/office/drawing/2014/main" id="{89839047-EF57-B12E-5B50-495D16F5977A}"/>
              </a:ext>
            </a:extLst>
          </p:cNvPr>
          <p:cNvPicPr>
            <a:picLocks noGrp="1" noChangeAspect="1"/>
          </p:cNvPicPr>
          <p:nvPr>
            <p:ph idx="1"/>
          </p:nvPr>
        </p:nvPicPr>
        <p:blipFill>
          <a:blip r:embed="rId2"/>
          <a:stretch>
            <a:fillRect/>
          </a:stretch>
        </p:blipFill>
        <p:spPr>
          <a:xfrm>
            <a:off x="1168207" y="1088571"/>
            <a:ext cx="9855585" cy="4903788"/>
          </a:xfrm>
          <a:prstGeom prst="rect">
            <a:avLst/>
          </a:prstGeom>
        </p:spPr>
      </p:pic>
    </p:spTree>
    <p:extLst>
      <p:ext uri="{BB962C8B-B14F-4D97-AF65-F5344CB8AC3E}">
        <p14:creationId xmlns:p14="http://schemas.microsoft.com/office/powerpoint/2010/main" val="42819218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EE251-6D3B-0B4A-91A6-8AECB6EC1A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995F39-35D8-6F30-0A1F-887A20FC56D6}"/>
              </a:ext>
            </a:extLst>
          </p:cNvPr>
          <p:cNvSpPr>
            <a:spLocks noGrp="1"/>
          </p:cNvSpPr>
          <p:nvPr>
            <p:ph type="title"/>
          </p:nvPr>
        </p:nvSpPr>
        <p:spPr>
          <a:xfrm>
            <a:off x="838200" y="136525"/>
            <a:ext cx="11028680" cy="952046"/>
          </a:xfrm>
        </p:spPr>
        <p:txBody>
          <a:bodyPr anchor="ctr">
            <a:normAutofit/>
          </a:bodyPr>
          <a:lstStyle/>
          <a:p>
            <a:r>
              <a:rPr lang="en-US" dirty="0" err="1"/>
              <a:t>Tiền</a:t>
            </a:r>
            <a:r>
              <a:rPr lang="en-US" dirty="0"/>
              <a:t> </a:t>
            </a:r>
            <a:r>
              <a:rPr lang="en-US" dirty="0" err="1"/>
              <a:t>xử</a:t>
            </a:r>
            <a:r>
              <a:rPr lang="en-US" dirty="0"/>
              <a:t> </a:t>
            </a:r>
            <a:r>
              <a:rPr lang="en-US" dirty="0" err="1"/>
              <a:t>lý</a:t>
            </a:r>
            <a:r>
              <a:rPr lang="en-US" dirty="0"/>
              <a:t> </a:t>
            </a:r>
            <a:r>
              <a:rPr lang="en-US" dirty="0" err="1"/>
              <a:t>dữ</a:t>
            </a:r>
            <a:r>
              <a:rPr lang="en-US" dirty="0"/>
              <a:t> </a:t>
            </a:r>
            <a:r>
              <a:rPr lang="en-US" dirty="0" err="1"/>
              <a:t>liệu</a:t>
            </a:r>
            <a:r>
              <a:rPr lang="en-US" dirty="0"/>
              <a:t> </a:t>
            </a:r>
            <a:r>
              <a:rPr lang="en-US" dirty="0" err="1"/>
              <a:t>dạng</a:t>
            </a:r>
            <a:r>
              <a:rPr lang="en-US" dirty="0"/>
              <a:t> text</a:t>
            </a:r>
          </a:p>
        </p:txBody>
      </p:sp>
      <p:sp>
        <p:nvSpPr>
          <p:cNvPr id="4" name="Slide Number Placeholder 3">
            <a:extLst>
              <a:ext uri="{FF2B5EF4-FFF2-40B4-BE49-F238E27FC236}">
                <a16:creationId xmlns:a16="http://schemas.microsoft.com/office/drawing/2014/main" id="{5433CFDD-2DC2-EB0D-1ADA-641AE72DC58B}"/>
              </a:ext>
            </a:extLst>
          </p:cNvPr>
          <p:cNvSpPr>
            <a:spLocks noGrp="1"/>
          </p:cNvSpPr>
          <p:nvPr>
            <p:ph type="sldNum" sz="quarter" idx="12"/>
          </p:nvPr>
        </p:nvSpPr>
        <p:spPr>
          <a:xfrm>
            <a:off x="9123680" y="6190572"/>
            <a:ext cx="2743200" cy="365125"/>
          </a:xfrm>
        </p:spPr>
        <p:txBody>
          <a:bodyPr anchor="ctr">
            <a:normAutofit/>
          </a:bodyPr>
          <a:lstStyle/>
          <a:p>
            <a:pPr>
              <a:spcAft>
                <a:spcPts val="600"/>
              </a:spcAft>
            </a:pPr>
            <a:fld id="{6A14BA1B-0DF8-9749-BA6B-F4B0BAA32ABF}" type="slidenum">
              <a:rPr lang="en-VN" smtClean="0"/>
              <a:pPr>
                <a:spcAft>
                  <a:spcPts val="600"/>
                </a:spcAft>
              </a:pPr>
              <a:t>18</a:t>
            </a:fld>
            <a:endParaRPr lang="en-VN"/>
          </a:p>
        </p:txBody>
      </p:sp>
      <p:pic>
        <p:nvPicPr>
          <p:cNvPr id="3" name="Content Placeholder 2">
            <a:extLst>
              <a:ext uri="{FF2B5EF4-FFF2-40B4-BE49-F238E27FC236}">
                <a16:creationId xmlns:a16="http://schemas.microsoft.com/office/drawing/2014/main" id="{256B56F2-F672-58C2-120D-8E52F585242B}"/>
              </a:ext>
            </a:extLst>
          </p:cNvPr>
          <p:cNvPicPr>
            <a:picLocks noGrp="1" noChangeAspect="1"/>
          </p:cNvPicPr>
          <p:nvPr>
            <p:ph idx="1"/>
          </p:nvPr>
        </p:nvPicPr>
        <p:blipFill>
          <a:blip r:embed="rId2"/>
          <a:stretch>
            <a:fillRect/>
          </a:stretch>
        </p:blipFill>
        <p:spPr>
          <a:xfrm>
            <a:off x="1157824" y="1088571"/>
            <a:ext cx="9876352" cy="4903788"/>
          </a:xfrm>
          <a:prstGeom prst="rect">
            <a:avLst/>
          </a:prstGeom>
        </p:spPr>
      </p:pic>
    </p:spTree>
    <p:extLst>
      <p:ext uri="{BB962C8B-B14F-4D97-AF65-F5344CB8AC3E}">
        <p14:creationId xmlns:p14="http://schemas.microsoft.com/office/powerpoint/2010/main" val="4826565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15775-6274-6720-0C37-B3776B7FEB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DD3C92-AF30-5838-6B05-6CF743AFB36F}"/>
              </a:ext>
            </a:extLst>
          </p:cNvPr>
          <p:cNvSpPr>
            <a:spLocks noGrp="1"/>
          </p:cNvSpPr>
          <p:nvPr>
            <p:ph type="title"/>
          </p:nvPr>
        </p:nvSpPr>
        <p:spPr>
          <a:xfrm>
            <a:off x="838200" y="136525"/>
            <a:ext cx="11028680" cy="952046"/>
          </a:xfrm>
        </p:spPr>
        <p:txBody>
          <a:bodyPr anchor="ctr">
            <a:normAutofit/>
          </a:bodyPr>
          <a:lstStyle/>
          <a:p>
            <a:r>
              <a:rPr lang="en-US" dirty="0"/>
              <a:t>Vectorization and Embedding</a:t>
            </a:r>
          </a:p>
        </p:txBody>
      </p:sp>
      <p:sp>
        <p:nvSpPr>
          <p:cNvPr id="4" name="Slide Number Placeholder 3">
            <a:extLst>
              <a:ext uri="{FF2B5EF4-FFF2-40B4-BE49-F238E27FC236}">
                <a16:creationId xmlns:a16="http://schemas.microsoft.com/office/drawing/2014/main" id="{F8F30757-B97F-F7B0-9F1F-3C4BFD78A54F}"/>
              </a:ext>
            </a:extLst>
          </p:cNvPr>
          <p:cNvSpPr>
            <a:spLocks noGrp="1"/>
          </p:cNvSpPr>
          <p:nvPr>
            <p:ph type="sldNum" sz="quarter" idx="12"/>
          </p:nvPr>
        </p:nvSpPr>
        <p:spPr>
          <a:xfrm>
            <a:off x="9123680" y="6190572"/>
            <a:ext cx="2743200" cy="365125"/>
          </a:xfrm>
        </p:spPr>
        <p:txBody>
          <a:bodyPr anchor="ctr">
            <a:normAutofit/>
          </a:bodyPr>
          <a:lstStyle/>
          <a:p>
            <a:pPr>
              <a:spcAft>
                <a:spcPts val="600"/>
              </a:spcAft>
            </a:pPr>
            <a:fld id="{6A14BA1B-0DF8-9749-BA6B-F4B0BAA32ABF}" type="slidenum">
              <a:rPr lang="en-VN" smtClean="0"/>
              <a:pPr>
                <a:spcAft>
                  <a:spcPts val="600"/>
                </a:spcAft>
              </a:pPr>
              <a:t>19</a:t>
            </a:fld>
            <a:endParaRPr lang="en-VN"/>
          </a:p>
        </p:txBody>
      </p:sp>
      <p:pic>
        <p:nvPicPr>
          <p:cNvPr id="11" name="Content Placeholder 10">
            <a:extLst>
              <a:ext uri="{FF2B5EF4-FFF2-40B4-BE49-F238E27FC236}">
                <a16:creationId xmlns:a16="http://schemas.microsoft.com/office/drawing/2014/main" id="{B69FC7A2-D55A-16CB-46F6-D79655E12410}"/>
              </a:ext>
            </a:extLst>
          </p:cNvPr>
          <p:cNvPicPr>
            <a:picLocks noGrp="1" noChangeAspect="1"/>
          </p:cNvPicPr>
          <p:nvPr>
            <p:ph idx="1"/>
          </p:nvPr>
        </p:nvPicPr>
        <p:blipFill>
          <a:blip r:embed="rId2"/>
          <a:stretch>
            <a:fillRect/>
          </a:stretch>
        </p:blipFill>
        <p:spPr>
          <a:xfrm>
            <a:off x="1159571" y="1088571"/>
            <a:ext cx="9855585" cy="4903788"/>
          </a:xfrm>
          <a:prstGeom prst="rect">
            <a:avLst/>
          </a:prstGeom>
        </p:spPr>
      </p:pic>
    </p:spTree>
    <p:extLst>
      <p:ext uri="{BB962C8B-B14F-4D97-AF65-F5344CB8AC3E}">
        <p14:creationId xmlns:p14="http://schemas.microsoft.com/office/powerpoint/2010/main" val="16255002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4C930-EBB0-D31A-7499-CB10504407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B3D4BA-25B5-EBD6-0C20-9F4BD4B780D7}"/>
              </a:ext>
            </a:extLst>
          </p:cNvPr>
          <p:cNvSpPr>
            <a:spLocks noGrp="1"/>
          </p:cNvSpPr>
          <p:nvPr>
            <p:ph type="title"/>
          </p:nvPr>
        </p:nvSpPr>
        <p:spPr>
          <a:xfrm>
            <a:off x="838200" y="136525"/>
            <a:ext cx="11028680" cy="952046"/>
          </a:xfrm>
        </p:spPr>
        <p:txBody>
          <a:bodyPr anchor="ctr">
            <a:normAutofit/>
          </a:bodyPr>
          <a:lstStyle/>
          <a:p>
            <a:r>
              <a:rPr lang="en-US" dirty="0"/>
              <a:t>Vectorization and Embedding</a:t>
            </a:r>
          </a:p>
        </p:txBody>
      </p:sp>
      <p:sp>
        <p:nvSpPr>
          <p:cNvPr id="4" name="Slide Number Placeholder 3">
            <a:extLst>
              <a:ext uri="{FF2B5EF4-FFF2-40B4-BE49-F238E27FC236}">
                <a16:creationId xmlns:a16="http://schemas.microsoft.com/office/drawing/2014/main" id="{DF09AD6A-FF38-5142-CE68-3CCDC692446C}"/>
              </a:ext>
            </a:extLst>
          </p:cNvPr>
          <p:cNvSpPr>
            <a:spLocks noGrp="1"/>
          </p:cNvSpPr>
          <p:nvPr>
            <p:ph type="sldNum" sz="quarter" idx="12"/>
          </p:nvPr>
        </p:nvSpPr>
        <p:spPr>
          <a:xfrm>
            <a:off x="9123680" y="6190572"/>
            <a:ext cx="2743200" cy="365125"/>
          </a:xfrm>
        </p:spPr>
        <p:txBody>
          <a:bodyPr anchor="ctr">
            <a:normAutofit/>
          </a:bodyPr>
          <a:lstStyle/>
          <a:p>
            <a:pPr>
              <a:spcAft>
                <a:spcPts val="600"/>
              </a:spcAft>
            </a:pPr>
            <a:fld id="{6A14BA1B-0DF8-9749-BA6B-F4B0BAA32ABF}" type="slidenum">
              <a:rPr lang="en-VN" smtClean="0"/>
              <a:pPr>
                <a:spcAft>
                  <a:spcPts val="600"/>
                </a:spcAft>
              </a:pPr>
              <a:t>20</a:t>
            </a:fld>
            <a:endParaRPr lang="en-VN"/>
          </a:p>
        </p:txBody>
      </p:sp>
      <p:pic>
        <p:nvPicPr>
          <p:cNvPr id="3" name="Content Placeholder 2">
            <a:extLst>
              <a:ext uri="{FF2B5EF4-FFF2-40B4-BE49-F238E27FC236}">
                <a16:creationId xmlns:a16="http://schemas.microsoft.com/office/drawing/2014/main" id="{D2900F39-772F-8624-2E7C-01742AC149AB}"/>
              </a:ext>
            </a:extLst>
          </p:cNvPr>
          <p:cNvPicPr>
            <a:picLocks noGrp="1" noChangeAspect="1"/>
          </p:cNvPicPr>
          <p:nvPr>
            <p:ph idx="1"/>
          </p:nvPr>
        </p:nvPicPr>
        <p:blipFill>
          <a:blip r:embed="rId2"/>
          <a:stretch>
            <a:fillRect/>
          </a:stretch>
        </p:blipFill>
        <p:spPr>
          <a:xfrm>
            <a:off x="1178514" y="1088571"/>
            <a:ext cx="9834971" cy="4903788"/>
          </a:xfrm>
          <a:prstGeom prst="rect">
            <a:avLst/>
          </a:prstGeom>
        </p:spPr>
      </p:pic>
    </p:spTree>
    <p:extLst>
      <p:ext uri="{BB962C8B-B14F-4D97-AF65-F5344CB8AC3E}">
        <p14:creationId xmlns:p14="http://schemas.microsoft.com/office/powerpoint/2010/main" val="10343089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AB3C1-8165-DC89-20E0-0B1E524067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189B5-74D4-70D8-4DCC-A53E05C01786}"/>
              </a:ext>
            </a:extLst>
          </p:cNvPr>
          <p:cNvSpPr>
            <a:spLocks noGrp="1"/>
          </p:cNvSpPr>
          <p:nvPr>
            <p:ph type="title"/>
          </p:nvPr>
        </p:nvSpPr>
        <p:spPr>
          <a:xfrm>
            <a:off x="838200" y="136525"/>
            <a:ext cx="11028680" cy="952046"/>
          </a:xfrm>
        </p:spPr>
        <p:txBody>
          <a:bodyPr anchor="ctr">
            <a:normAutofit/>
          </a:bodyPr>
          <a:lstStyle/>
          <a:p>
            <a:r>
              <a:rPr lang="en-US" dirty="0"/>
              <a:t>Vectorization and Embedding</a:t>
            </a:r>
          </a:p>
        </p:txBody>
      </p:sp>
      <p:sp>
        <p:nvSpPr>
          <p:cNvPr id="4" name="Slide Number Placeholder 3">
            <a:extLst>
              <a:ext uri="{FF2B5EF4-FFF2-40B4-BE49-F238E27FC236}">
                <a16:creationId xmlns:a16="http://schemas.microsoft.com/office/drawing/2014/main" id="{24953EA4-84AC-1CA0-B994-3909675D9853}"/>
              </a:ext>
            </a:extLst>
          </p:cNvPr>
          <p:cNvSpPr>
            <a:spLocks noGrp="1"/>
          </p:cNvSpPr>
          <p:nvPr>
            <p:ph type="sldNum" sz="quarter" idx="12"/>
          </p:nvPr>
        </p:nvSpPr>
        <p:spPr>
          <a:xfrm>
            <a:off x="9123680" y="6190572"/>
            <a:ext cx="2743200" cy="365125"/>
          </a:xfrm>
        </p:spPr>
        <p:txBody>
          <a:bodyPr anchor="ctr">
            <a:normAutofit/>
          </a:bodyPr>
          <a:lstStyle/>
          <a:p>
            <a:pPr>
              <a:spcAft>
                <a:spcPts val="600"/>
              </a:spcAft>
            </a:pPr>
            <a:fld id="{6A14BA1B-0DF8-9749-BA6B-F4B0BAA32ABF}" type="slidenum">
              <a:rPr lang="en-VN" smtClean="0"/>
              <a:pPr>
                <a:spcAft>
                  <a:spcPts val="600"/>
                </a:spcAft>
              </a:pPr>
              <a:t>21</a:t>
            </a:fld>
            <a:endParaRPr lang="en-VN"/>
          </a:p>
        </p:txBody>
      </p:sp>
      <p:pic>
        <p:nvPicPr>
          <p:cNvPr id="3" name="Content Placeholder 2">
            <a:extLst>
              <a:ext uri="{FF2B5EF4-FFF2-40B4-BE49-F238E27FC236}">
                <a16:creationId xmlns:a16="http://schemas.microsoft.com/office/drawing/2014/main" id="{89F00FAC-862C-A360-53BB-C8C998DDC0B7}"/>
              </a:ext>
            </a:extLst>
          </p:cNvPr>
          <p:cNvPicPr>
            <a:picLocks noGrp="1" noChangeAspect="1"/>
          </p:cNvPicPr>
          <p:nvPr>
            <p:ph idx="1"/>
          </p:nvPr>
        </p:nvPicPr>
        <p:blipFill>
          <a:blip r:embed="rId2"/>
          <a:stretch>
            <a:fillRect/>
          </a:stretch>
        </p:blipFill>
        <p:spPr>
          <a:xfrm>
            <a:off x="1171665" y="1088571"/>
            <a:ext cx="9848669" cy="4903788"/>
          </a:xfrm>
          <a:prstGeom prst="rect">
            <a:avLst/>
          </a:prstGeom>
        </p:spPr>
      </p:pic>
    </p:spTree>
    <p:extLst>
      <p:ext uri="{BB962C8B-B14F-4D97-AF65-F5344CB8AC3E}">
        <p14:creationId xmlns:p14="http://schemas.microsoft.com/office/powerpoint/2010/main" val="37265954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604C1-02BC-C756-5F1B-6F70AE1781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6FE864-6BC4-8B06-AAE5-3C1DF3A6FF50}"/>
              </a:ext>
            </a:extLst>
          </p:cNvPr>
          <p:cNvSpPr>
            <a:spLocks noGrp="1"/>
          </p:cNvSpPr>
          <p:nvPr>
            <p:ph type="title"/>
          </p:nvPr>
        </p:nvSpPr>
        <p:spPr>
          <a:xfrm>
            <a:off x="838200" y="136525"/>
            <a:ext cx="11028680" cy="952046"/>
          </a:xfrm>
        </p:spPr>
        <p:txBody>
          <a:bodyPr anchor="ctr">
            <a:normAutofit/>
          </a:bodyPr>
          <a:lstStyle/>
          <a:p>
            <a:r>
              <a:rPr lang="en-US" dirty="0"/>
              <a:t>Vectorization and Embedding</a:t>
            </a:r>
          </a:p>
        </p:txBody>
      </p:sp>
      <p:sp>
        <p:nvSpPr>
          <p:cNvPr id="4" name="Slide Number Placeholder 3">
            <a:extLst>
              <a:ext uri="{FF2B5EF4-FFF2-40B4-BE49-F238E27FC236}">
                <a16:creationId xmlns:a16="http://schemas.microsoft.com/office/drawing/2014/main" id="{ECCFCCB8-1D67-CE6E-067A-171BB18C6303}"/>
              </a:ext>
            </a:extLst>
          </p:cNvPr>
          <p:cNvSpPr>
            <a:spLocks noGrp="1"/>
          </p:cNvSpPr>
          <p:nvPr>
            <p:ph type="sldNum" sz="quarter" idx="12"/>
          </p:nvPr>
        </p:nvSpPr>
        <p:spPr>
          <a:xfrm>
            <a:off x="9123680" y="6190572"/>
            <a:ext cx="2743200" cy="365125"/>
          </a:xfrm>
        </p:spPr>
        <p:txBody>
          <a:bodyPr anchor="ctr">
            <a:normAutofit/>
          </a:bodyPr>
          <a:lstStyle/>
          <a:p>
            <a:pPr>
              <a:spcAft>
                <a:spcPts val="600"/>
              </a:spcAft>
            </a:pPr>
            <a:fld id="{6A14BA1B-0DF8-9749-BA6B-F4B0BAA32ABF}" type="slidenum">
              <a:rPr lang="en-VN" smtClean="0"/>
              <a:pPr>
                <a:spcAft>
                  <a:spcPts val="600"/>
                </a:spcAft>
              </a:pPr>
              <a:t>22</a:t>
            </a:fld>
            <a:endParaRPr lang="en-VN"/>
          </a:p>
        </p:txBody>
      </p:sp>
      <p:pic>
        <p:nvPicPr>
          <p:cNvPr id="3" name="Content Placeholder 2">
            <a:extLst>
              <a:ext uri="{FF2B5EF4-FFF2-40B4-BE49-F238E27FC236}">
                <a16:creationId xmlns:a16="http://schemas.microsoft.com/office/drawing/2014/main" id="{246EF5A2-AD7C-A08A-8F96-38F9CC8C37AD}"/>
              </a:ext>
            </a:extLst>
          </p:cNvPr>
          <p:cNvPicPr>
            <a:picLocks noGrp="1" noChangeAspect="1"/>
          </p:cNvPicPr>
          <p:nvPr>
            <p:ph idx="1"/>
          </p:nvPr>
        </p:nvPicPr>
        <p:blipFill>
          <a:blip r:embed="rId2"/>
          <a:stretch>
            <a:fillRect/>
          </a:stretch>
        </p:blipFill>
        <p:spPr>
          <a:xfrm>
            <a:off x="1175090" y="1088571"/>
            <a:ext cx="9841820" cy="4903788"/>
          </a:xfrm>
          <a:prstGeom prst="rect">
            <a:avLst/>
          </a:prstGeom>
        </p:spPr>
      </p:pic>
    </p:spTree>
    <p:extLst>
      <p:ext uri="{BB962C8B-B14F-4D97-AF65-F5344CB8AC3E}">
        <p14:creationId xmlns:p14="http://schemas.microsoft.com/office/powerpoint/2010/main" val="17942456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0B616-C9D8-5D80-954C-BBD9037167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DE5695-E3BC-B959-85DD-55418DBB5054}"/>
              </a:ext>
            </a:extLst>
          </p:cNvPr>
          <p:cNvSpPr>
            <a:spLocks noGrp="1"/>
          </p:cNvSpPr>
          <p:nvPr>
            <p:ph type="title"/>
          </p:nvPr>
        </p:nvSpPr>
        <p:spPr>
          <a:xfrm>
            <a:off x="838200" y="136525"/>
            <a:ext cx="11028680" cy="952046"/>
          </a:xfrm>
        </p:spPr>
        <p:txBody>
          <a:bodyPr anchor="ctr">
            <a:normAutofit/>
          </a:bodyPr>
          <a:lstStyle/>
          <a:p>
            <a:r>
              <a:rPr lang="en-US" dirty="0"/>
              <a:t>Vectorization and Embedding</a:t>
            </a:r>
          </a:p>
        </p:txBody>
      </p:sp>
      <p:sp>
        <p:nvSpPr>
          <p:cNvPr id="4" name="Slide Number Placeholder 3">
            <a:extLst>
              <a:ext uri="{FF2B5EF4-FFF2-40B4-BE49-F238E27FC236}">
                <a16:creationId xmlns:a16="http://schemas.microsoft.com/office/drawing/2014/main" id="{35D26EC5-50A3-6ACA-6FF3-1ACB79787357}"/>
              </a:ext>
            </a:extLst>
          </p:cNvPr>
          <p:cNvSpPr>
            <a:spLocks noGrp="1"/>
          </p:cNvSpPr>
          <p:nvPr>
            <p:ph type="sldNum" sz="quarter" idx="12"/>
          </p:nvPr>
        </p:nvSpPr>
        <p:spPr>
          <a:xfrm>
            <a:off x="9123680" y="6190572"/>
            <a:ext cx="2743200" cy="365125"/>
          </a:xfrm>
        </p:spPr>
        <p:txBody>
          <a:bodyPr anchor="ctr">
            <a:normAutofit/>
          </a:bodyPr>
          <a:lstStyle/>
          <a:p>
            <a:pPr>
              <a:spcAft>
                <a:spcPts val="600"/>
              </a:spcAft>
            </a:pPr>
            <a:fld id="{6A14BA1B-0DF8-9749-BA6B-F4B0BAA32ABF}" type="slidenum">
              <a:rPr lang="en-VN" smtClean="0"/>
              <a:pPr>
                <a:spcAft>
                  <a:spcPts val="600"/>
                </a:spcAft>
              </a:pPr>
              <a:t>23</a:t>
            </a:fld>
            <a:endParaRPr lang="en-VN"/>
          </a:p>
        </p:txBody>
      </p:sp>
      <p:pic>
        <p:nvPicPr>
          <p:cNvPr id="3" name="Content Placeholder 2">
            <a:extLst>
              <a:ext uri="{FF2B5EF4-FFF2-40B4-BE49-F238E27FC236}">
                <a16:creationId xmlns:a16="http://schemas.microsoft.com/office/drawing/2014/main" id="{FED74F07-5A5A-5272-9FA1-BEF10CACA170}"/>
              </a:ext>
            </a:extLst>
          </p:cNvPr>
          <p:cNvPicPr>
            <a:picLocks noGrp="1" noChangeAspect="1"/>
          </p:cNvPicPr>
          <p:nvPr>
            <p:ph idx="1"/>
          </p:nvPr>
        </p:nvPicPr>
        <p:blipFill>
          <a:blip r:embed="rId2"/>
          <a:stretch>
            <a:fillRect/>
          </a:stretch>
        </p:blipFill>
        <p:spPr>
          <a:xfrm>
            <a:off x="1164740" y="1088571"/>
            <a:ext cx="9862520" cy="4903788"/>
          </a:xfrm>
          <a:prstGeom prst="rect">
            <a:avLst/>
          </a:prstGeom>
        </p:spPr>
      </p:pic>
    </p:spTree>
    <p:extLst>
      <p:ext uri="{BB962C8B-B14F-4D97-AF65-F5344CB8AC3E}">
        <p14:creationId xmlns:p14="http://schemas.microsoft.com/office/powerpoint/2010/main" val="42487275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A084A-DE94-29D3-D453-AC956EB9AF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7FDE3E-9563-CA80-5874-DD42BC4CF8DB}"/>
              </a:ext>
            </a:extLst>
          </p:cNvPr>
          <p:cNvSpPr>
            <a:spLocks noGrp="1"/>
          </p:cNvSpPr>
          <p:nvPr>
            <p:ph type="title"/>
          </p:nvPr>
        </p:nvSpPr>
        <p:spPr>
          <a:xfrm>
            <a:off x="838200" y="136525"/>
            <a:ext cx="11028680" cy="952046"/>
          </a:xfrm>
        </p:spPr>
        <p:txBody>
          <a:bodyPr anchor="ctr">
            <a:normAutofit/>
          </a:bodyPr>
          <a:lstStyle/>
          <a:p>
            <a:r>
              <a:rPr lang="en-US" dirty="0"/>
              <a:t>Vectorization and Embedding</a:t>
            </a:r>
          </a:p>
        </p:txBody>
      </p:sp>
      <p:sp>
        <p:nvSpPr>
          <p:cNvPr id="4" name="Slide Number Placeholder 3">
            <a:extLst>
              <a:ext uri="{FF2B5EF4-FFF2-40B4-BE49-F238E27FC236}">
                <a16:creationId xmlns:a16="http://schemas.microsoft.com/office/drawing/2014/main" id="{25DD3F68-7F49-0BF6-3D38-0FAFDD767B1C}"/>
              </a:ext>
            </a:extLst>
          </p:cNvPr>
          <p:cNvSpPr>
            <a:spLocks noGrp="1"/>
          </p:cNvSpPr>
          <p:nvPr>
            <p:ph type="sldNum" sz="quarter" idx="12"/>
          </p:nvPr>
        </p:nvSpPr>
        <p:spPr>
          <a:xfrm>
            <a:off x="9123680" y="6190572"/>
            <a:ext cx="2743200" cy="365125"/>
          </a:xfrm>
        </p:spPr>
        <p:txBody>
          <a:bodyPr anchor="ctr">
            <a:normAutofit/>
          </a:bodyPr>
          <a:lstStyle/>
          <a:p>
            <a:pPr>
              <a:spcAft>
                <a:spcPts val="600"/>
              </a:spcAft>
            </a:pPr>
            <a:fld id="{6A14BA1B-0DF8-9749-BA6B-F4B0BAA32ABF}" type="slidenum">
              <a:rPr lang="en-VN" smtClean="0"/>
              <a:pPr>
                <a:spcAft>
                  <a:spcPts val="600"/>
                </a:spcAft>
              </a:pPr>
              <a:t>24</a:t>
            </a:fld>
            <a:endParaRPr lang="en-VN"/>
          </a:p>
        </p:txBody>
      </p:sp>
      <p:pic>
        <p:nvPicPr>
          <p:cNvPr id="3" name="Content Placeholder 2">
            <a:extLst>
              <a:ext uri="{FF2B5EF4-FFF2-40B4-BE49-F238E27FC236}">
                <a16:creationId xmlns:a16="http://schemas.microsoft.com/office/drawing/2014/main" id="{79D2D3FC-22C8-1F7C-837D-FAE9D8DEC302}"/>
              </a:ext>
            </a:extLst>
          </p:cNvPr>
          <p:cNvPicPr>
            <a:picLocks noGrp="1" noChangeAspect="1"/>
          </p:cNvPicPr>
          <p:nvPr>
            <p:ph idx="1"/>
          </p:nvPr>
        </p:nvPicPr>
        <p:blipFill>
          <a:blip r:embed="rId2"/>
          <a:stretch>
            <a:fillRect/>
          </a:stretch>
        </p:blipFill>
        <p:spPr>
          <a:xfrm>
            <a:off x="1181939" y="1088571"/>
            <a:ext cx="9828122" cy="4903788"/>
          </a:xfrm>
          <a:prstGeom prst="rect">
            <a:avLst/>
          </a:prstGeom>
        </p:spPr>
      </p:pic>
    </p:spTree>
    <p:extLst>
      <p:ext uri="{BB962C8B-B14F-4D97-AF65-F5344CB8AC3E}">
        <p14:creationId xmlns:p14="http://schemas.microsoft.com/office/powerpoint/2010/main" val="33404355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2B2FA-CC95-1EC2-1F26-E36DB9A038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3B0DB3-2852-C9B2-B3E5-FD100A2AF8B1}"/>
              </a:ext>
            </a:extLst>
          </p:cNvPr>
          <p:cNvSpPr>
            <a:spLocks noGrp="1"/>
          </p:cNvSpPr>
          <p:nvPr>
            <p:ph type="title"/>
          </p:nvPr>
        </p:nvSpPr>
        <p:spPr>
          <a:xfrm>
            <a:off x="838200" y="136525"/>
            <a:ext cx="11028680" cy="952046"/>
          </a:xfrm>
        </p:spPr>
        <p:txBody>
          <a:bodyPr anchor="ctr">
            <a:normAutofit/>
          </a:bodyPr>
          <a:lstStyle/>
          <a:p>
            <a:r>
              <a:rPr lang="en-US" dirty="0"/>
              <a:t>Vectorization and Embedding</a:t>
            </a:r>
          </a:p>
        </p:txBody>
      </p:sp>
      <p:sp>
        <p:nvSpPr>
          <p:cNvPr id="4" name="Slide Number Placeholder 3">
            <a:extLst>
              <a:ext uri="{FF2B5EF4-FFF2-40B4-BE49-F238E27FC236}">
                <a16:creationId xmlns:a16="http://schemas.microsoft.com/office/drawing/2014/main" id="{C11AACD8-9FCE-3E06-FB3D-45138C5BE2FD}"/>
              </a:ext>
            </a:extLst>
          </p:cNvPr>
          <p:cNvSpPr>
            <a:spLocks noGrp="1"/>
          </p:cNvSpPr>
          <p:nvPr>
            <p:ph type="sldNum" sz="quarter" idx="12"/>
          </p:nvPr>
        </p:nvSpPr>
        <p:spPr>
          <a:xfrm>
            <a:off x="9123680" y="6190572"/>
            <a:ext cx="2743200" cy="365125"/>
          </a:xfrm>
        </p:spPr>
        <p:txBody>
          <a:bodyPr anchor="ctr">
            <a:normAutofit/>
          </a:bodyPr>
          <a:lstStyle/>
          <a:p>
            <a:pPr>
              <a:spcAft>
                <a:spcPts val="600"/>
              </a:spcAft>
            </a:pPr>
            <a:fld id="{6A14BA1B-0DF8-9749-BA6B-F4B0BAA32ABF}" type="slidenum">
              <a:rPr lang="en-VN" smtClean="0"/>
              <a:pPr>
                <a:spcAft>
                  <a:spcPts val="600"/>
                </a:spcAft>
              </a:pPr>
              <a:t>25</a:t>
            </a:fld>
            <a:endParaRPr lang="en-VN"/>
          </a:p>
        </p:txBody>
      </p:sp>
      <p:pic>
        <p:nvPicPr>
          <p:cNvPr id="3" name="Content Placeholder 2">
            <a:extLst>
              <a:ext uri="{FF2B5EF4-FFF2-40B4-BE49-F238E27FC236}">
                <a16:creationId xmlns:a16="http://schemas.microsoft.com/office/drawing/2014/main" id="{F5AF8133-C658-5B56-442E-C2175325CC09}"/>
              </a:ext>
            </a:extLst>
          </p:cNvPr>
          <p:cNvPicPr>
            <a:picLocks noGrp="1" noChangeAspect="1"/>
          </p:cNvPicPr>
          <p:nvPr>
            <p:ph idx="1"/>
          </p:nvPr>
        </p:nvPicPr>
        <p:blipFill>
          <a:blip r:embed="rId2"/>
          <a:stretch>
            <a:fillRect/>
          </a:stretch>
        </p:blipFill>
        <p:spPr>
          <a:xfrm>
            <a:off x="1171637" y="1088571"/>
            <a:ext cx="9848726" cy="4903788"/>
          </a:xfrm>
          <a:prstGeom prst="rect">
            <a:avLst/>
          </a:prstGeom>
        </p:spPr>
      </p:pic>
    </p:spTree>
    <p:extLst>
      <p:ext uri="{BB962C8B-B14F-4D97-AF65-F5344CB8AC3E}">
        <p14:creationId xmlns:p14="http://schemas.microsoft.com/office/powerpoint/2010/main" val="21272706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978</TotalTime>
  <Words>868</Words>
  <Application>Microsoft Office PowerPoint</Application>
  <PresentationFormat>Widescreen</PresentationFormat>
  <Paragraphs>107</Paragraphs>
  <Slides>25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等线</vt:lpstr>
      <vt:lpstr>Aptos</vt:lpstr>
      <vt:lpstr>Arial</vt:lpstr>
      <vt:lpstr>Calibri</vt:lpstr>
      <vt:lpstr>Consolas</vt:lpstr>
      <vt:lpstr>Tahoma</vt:lpstr>
      <vt:lpstr>Office Theme</vt:lpstr>
      <vt:lpstr>Tiền xử lý dữ liệu</vt:lpstr>
      <vt:lpstr>Tiền xử lý dữ liệu</vt:lpstr>
      <vt:lpstr>Hiểu dữ liệu</vt:lpstr>
      <vt:lpstr>Làm sạch dữ liệu</vt:lpstr>
      <vt:lpstr>Làm sạch dữ liệu</vt:lpstr>
      <vt:lpstr>Làm sạch bằng phân loại và hồi quy</vt:lpstr>
      <vt:lpstr>Chuyển đổi</vt:lpstr>
      <vt:lpstr>Chuyển đổi</vt:lpstr>
      <vt:lpstr>Phân tích đơn biến (Univariate Analysis)</vt:lpstr>
      <vt:lpstr>Phân tích đa biến (Multivariate Analysis)</vt:lpstr>
      <vt:lpstr>Tiền xử lý dữ liệu dạng text</vt:lpstr>
      <vt:lpstr>Tiền xử lý dữ liệu dạng text</vt:lpstr>
      <vt:lpstr>Tiền xử lý dữ liệu dạng text</vt:lpstr>
      <vt:lpstr>Tiền xử lý dữ liệu dạng text</vt:lpstr>
      <vt:lpstr>Tiền xử lý dữ liệu dạng text</vt:lpstr>
      <vt:lpstr>Tiền xử lý dữ liệu dạng text</vt:lpstr>
      <vt:lpstr>Tiền xử lý dữ liệu dạng text</vt:lpstr>
      <vt:lpstr>Tiền xử lý dữ liệu dạng text</vt:lpstr>
      <vt:lpstr>Vectorization and Embedding</vt:lpstr>
      <vt:lpstr>Vectorization and Embedding</vt:lpstr>
      <vt:lpstr>Vectorization and Embedding</vt:lpstr>
      <vt:lpstr>Vectorization and Embedding</vt:lpstr>
      <vt:lpstr>Vectorization and Embedding</vt:lpstr>
      <vt:lpstr>Vectorization and Embedding</vt:lpstr>
      <vt:lpstr>Vectorization and Embedding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Nguyen Phi Le</dc:creator>
  <cp:lastModifiedBy>Nguyễn Sơn Tùng</cp:lastModifiedBy>
  <cp:revision>38</cp:revision>
  <dcterms:created xsi:type="dcterms:W3CDTF">2024-05-25T03:04:25Z</dcterms:created>
  <dcterms:modified xsi:type="dcterms:W3CDTF">2025-03-15T01:12:25Z</dcterms:modified>
</cp:coreProperties>
</file>
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364" r:id="rId3"/>
    <p:sldId id="366" r:id="rId4"/>
    <p:sldId id="367" r:id="rId5"/>
    <p:sldId id="369" r:id="rId6"/>
    <p:sldId id="372" r:id="rId7"/>
    <p:sldId id="373" r:id="rId8"/>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Outline" id="{DE6F66AF-CD31-416B-9522-2386B2093AEE}">
          <p14:sldIdLst/>
        </p14:section>
        <p14:section name="Giới thiệu về học máy" id="{DF340BF0-F86A-47E2-ACF3-84EB64504D3B}">
          <p14:sldIdLst/>
        </p14:section>
        <p14:section name="Thiết kế hệ thống học máy" id="{15A548EC-E6CB-498E-B18C-5EC37982607A}">
          <p14:sldIdLst/>
        </p14:section>
        <p14:section name="Đánh giá hệ thống học máy" id="{97CA639D-E466-4CA7-93CA-7D4D6BE8BDA2}">
          <p14:sldIdLst/>
        </p14:section>
        <p14:section name="Tiền xử lý dữ liệu" id="{968C5FC0-A19B-4CBA-A5E8-4FDA8BA524E1}">
          <p14:sldIdLst>
            <p14:sldId id="256"/>
            <p14:sldId id="364"/>
            <p14:sldId id="366"/>
            <p14:sldId id="367"/>
            <p14:sldId id="369"/>
            <p14:sldId id="372"/>
            <p14:sldId id="373"/>
          </p14:sldIdLst>
        </p14:section>
        <p14:section name="Tổng kết" id="{686B3516-F864-4A10-AEF6-719C1C41993E}">
          <p14:sldIdLst/>
        </p14:section>
        <p14:section name="Phụ lục" id="{F1949A96-572E-4869-AC30-ABD1DE829F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68633"/>
    <a:srgbClr val="05AEF3"/>
    <a:srgbClr val="97D8EF"/>
    <a:srgbClr val="01AF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68" autoAdjust="0"/>
    <p:restoredTop sz="94610"/>
  </p:normalViewPr>
  <p:slideViewPr>
    <p:cSldViewPr snapToGrid="0">
      <p:cViewPr varScale="1">
        <p:scale>
          <a:sx n="115" d="100"/>
          <a:sy n="115" d="100"/>
        </p:scale>
        <p:origin x="232"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F699BD-ABB8-B14B-AAF8-B3DA36BE45DD}" type="datetimeFigureOut">
              <a:rPr lang="en-VN" smtClean="0"/>
              <a:t>14/3/25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657427-DCAE-B14B-A8C4-1DFDC13BAFC5}" type="slidenum">
              <a:rPr lang="en-VN" smtClean="0"/>
              <a:t>‹#›</a:t>
            </a:fld>
            <a:endParaRPr lang="en-VN"/>
          </a:p>
        </p:txBody>
      </p:sp>
    </p:spTree>
    <p:extLst>
      <p:ext uri="{BB962C8B-B14F-4D97-AF65-F5344CB8AC3E}">
        <p14:creationId xmlns:p14="http://schemas.microsoft.com/office/powerpoint/2010/main" val="228447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
        <p:cNvGrpSpPr/>
        <p:nvPr/>
      </p:nvGrpSpPr>
      <p:grpSpPr>
        <a:xfrm>
          <a:off x="0" y="0"/>
          <a:ext cx="0" cy="0"/>
          <a:chOff x="0" y="0"/>
          <a:chExt cx="0" cy="0"/>
        </a:xfrm>
      </p:grpSpPr>
      <p:sp>
        <p:nvSpPr>
          <p:cNvPr id="42" name="Google Shape;42;p1:notes"/>
          <p:cNvSpPr txBox="1">
            <a:spLocks noGrp="1"/>
          </p:cNvSpPr>
          <p:nvPr>
            <p:ph type="body" idx="1"/>
          </p:nvPr>
        </p:nvSpPr>
        <p:spPr>
          <a:xfrm>
            <a:off x="1828800" y="4886325"/>
            <a:ext cx="14630400" cy="462915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3" name="Google Shape;43;p1:notes"/>
          <p:cNvSpPr>
            <a:spLocks noGrp="1" noRot="1" noChangeAspect="1"/>
          </p:cNvSpPr>
          <p:nvPr>
            <p:ph type="sldImg" idx="2"/>
          </p:nvPr>
        </p:nvSpPr>
        <p:spPr>
          <a:xfrm>
            <a:off x="5715000" y="771525"/>
            <a:ext cx="6859588" cy="38576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3689-DDDA-0603-FE03-D155A4C4FD8C}"/>
              </a:ext>
            </a:extLst>
          </p:cNvPr>
          <p:cNvSpPr>
            <a:spLocks noGrp="1"/>
          </p:cNvSpPr>
          <p:nvPr>
            <p:ph type="ctrTitle"/>
          </p:nvPr>
        </p:nvSpPr>
        <p:spPr>
          <a:xfrm>
            <a:off x="1524000" y="1122363"/>
            <a:ext cx="9144000" cy="2387600"/>
          </a:xfrm>
        </p:spPr>
        <p:txBody>
          <a:bodyPr anchor="ctr">
            <a:normAutofit/>
          </a:bodyPr>
          <a:lstStyle>
            <a:lvl1pPr algn="ctr">
              <a:defRPr sz="5400"/>
            </a:lvl1pPr>
          </a:lstStyle>
          <a:p>
            <a:r>
              <a:rPr lang="en-US" dirty="0"/>
              <a:t>Click to edit Master title style</a:t>
            </a:r>
            <a:endParaRPr lang="en-VN" dirty="0"/>
          </a:p>
        </p:txBody>
      </p:sp>
      <p:sp>
        <p:nvSpPr>
          <p:cNvPr id="3" name="Subtitle 2">
            <a:extLst>
              <a:ext uri="{FF2B5EF4-FFF2-40B4-BE49-F238E27FC236}">
                <a16:creationId xmlns:a16="http://schemas.microsoft.com/office/drawing/2014/main" id="{9EDE202A-CB50-C3AD-8BC9-9F6B2FA5BE37}"/>
              </a:ext>
            </a:extLst>
          </p:cNvPr>
          <p:cNvSpPr>
            <a:spLocks noGrp="1"/>
          </p:cNvSpPr>
          <p:nvPr>
            <p:ph type="subTitle" idx="1"/>
          </p:nvPr>
        </p:nvSpPr>
        <p:spPr>
          <a:xfrm>
            <a:off x="1524000" y="3602038"/>
            <a:ext cx="9144000" cy="1655762"/>
          </a:xfrm>
        </p:spPr>
        <p:txBody>
          <a:bodyPr/>
          <a:lstStyle>
            <a:lvl1pPr marL="0" indent="0" algn="ctr">
              <a:buNone/>
              <a:defRPr sz="2400">
                <a:solidFill>
                  <a:srgbClr val="F68633"/>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VN" dirty="0"/>
          </a:p>
        </p:txBody>
      </p:sp>
      <p:sp>
        <p:nvSpPr>
          <p:cNvPr id="7" name="Footer Placeholder 4">
            <a:extLst>
              <a:ext uri="{FF2B5EF4-FFF2-40B4-BE49-F238E27FC236}">
                <a16:creationId xmlns:a16="http://schemas.microsoft.com/office/drawing/2014/main" id="{5A773CD4-F02D-5793-8E11-CC6082739346}"/>
              </a:ext>
            </a:extLst>
          </p:cNvPr>
          <p:cNvSpPr>
            <a:spLocks noGrp="1"/>
          </p:cNvSpPr>
          <p:nvPr>
            <p:ph type="ftr" sz="quarter" idx="3"/>
          </p:nvPr>
        </p:nvSpPr>
        <p:spPr>
          <a:xfrm>
            <a:off x="4376057" y="6478181"/>
            <a:ext cx="4114800" cy="365125"/>
          </a:xfrm>
          <a:prstGeom prst="rect">
            <a:avLst/>
          </a:prstGeom>
        </p:spPr>
        <p:txBody>
          <a:bodyPr/>
          <a:lstStyle>
            <a:lvl1pPr>
              <a:defRPr sz="1400" b="0" i="0">
                <a:solidFill>
                  <a:schemeClr val="accent4">
                    <a:lumMod val="75000"/>
                  </a:schemeClr>
                </a:solidFill>
                <a:latin typeface="Consolas" panose="020B0609020204030204" pitchFamily="49" charset="0"/>
                <a:cs typeface="Consolas" panose="020B0609020204030204" pitchFamily="49" charset="0"/>
              </a:defRPr>
            </a:lvl1pPr>
          </a:lstStyle>
          <a:p>
            <a:pPr algn="ctr"/>
            <a:r>
              <a:rPr lang="en-VN" dirty="0"/>
              <a:t>AI Programming for Beginners</a:t>
            </a:r>
          </a:p>
        </p:txBody>
      </p:sp>
    </p:spTree>
    <p:extLst>
      <p:ext uri="{BB962C8B-B14F-4D97-AF65-F5344CB8AC3E}">
        <p14:creationId xmlns:p14="http://schemas.microsoft.com/office/powerpoint/2010/main" val="236709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8E4E0-47E9-A399-A59B-0E4BC2F486D7}"/>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EFB55B3F-66C9-5544-F538-5C95E0857D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Slide Number Placeholder 5">
            <a:extLst>
              <a:ext uri="{FF2B5EF4-FFF2-40B4-BE49-F238E27FC236}">
                <a16:creationId xmlns:a16="http://schemas.microsoft.com/office/drawing/2014/main" id="{FBC4772D-39DE-F420-E8EC-B8771FD6F740}"/>
              </a:ext>
            </a:extLst>
          </p:cNvPr>
          <p:cNvSpPr>
            <a:spLocks noGrp="1"/>
          </p:cNvSpPr>
          <p:nvPr>
            <p:ph type="sldNum" sz="quarter" idx="12"/>
          </p:nvPr>
        </p:nvSpPr>
        <p:spPr/>
        <p:txBody>
          <a:bodyPr/>
          <a:lstStyle/>
          <a:p>
            <a:fld id="{6A14BA1B-0DF8-9749-BA6B-F4B0BAA32ABF}" type="slidenum">
              <a:rPr lang="en-VN" smtClean="0"/>
              <a:t>‹#›</a:t>
            </a:fld>
            <a:endParaRPr lang="en-VN"/>
          </a:p>
        </p:txBody>
      </p:sp>
      <p:sp>
        <p:nvSpPr>
          <p:cNvPr id="10" name="Footer Placeholder 4">
            <a:extLst>
              <a:ext uri="{FF2B5EF4-FFF2-40B4-BE49-F238E27FC236}">
                <a16:creationId xmlns:a16="http://schemas.microsoft.com/office/drawing/2014/main" id="{DDF0BEEB-92EF-7B88-5685-629430F074C7}"/>
              </a:ext>
            </a:extLst>
          </p:cNvPr>
          <p:cNvSpPr>
            <a:spLocks noGrp="1"/>
          </p:cNvSpPr>
          <p:nvPr>
            <p:ph type="ftr" sz="quarter" idx="3"/>
          </p:nvPr>
        </p:nvSpPr>
        <p:spPr>
          <a:xfrm>
            <a:off x="4376057" y="6478181"/>
            <a:ext cx="4114800" cy="365125"/>
          </a:xfrm>
          <a:prstGeom prst="rect">
            <a:avLst/>
          </a:prstGeom>
        </p:spPr>
        <p:txBody>
          <a:bodyPr/>
          <a:lstStyle>
            <a:lvl1pPr>
              <a:defRPr sz="1400" b="0" i="0">
                <a:solidFill>
                  <a:schemeClr val="accent4">
                    <a:lumMod val="75000"/>
                  </a:schemeClr>
                </a:solidFill>
                <a:latin typeface="Consolas" panose="020B0609020204030204" pitchFamily="49" charset="0"/>
                <a:cs typeface="Consolas" panose="020B0609020204030204" pitchFamily="49" charset="0"/>
              </a:defRPr>
            </a:lvl1pPr>
          </a:lstStyle>
          <a:p>
            <a:pPr algn="ctr"/>
            <a:r>
              <a:rPr lang="en-VN" dirty="0"/>
              <a:t>AI Programming for Beginners</a:t>
            </a:r>
          </a:p>
        </p:txBody>
      </p:sp>
    </p:spTree>
    <p:extLst>
      <p:ext uri="{BB962C8B-B14F-4D97-AF65-F5344CB8AC3E}">
        <p14:creationId xmlns:p14="http://schemas.microsoft.com/office/powerpoint/2010/main" val="1693051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43EEF-81F5-DE77-B346-3985A5A07D0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88D0FE1-64FE-9352-7AC8-0634469D2B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0B97E1-330A-889E-563F-A0B08DBAE7F0}"/>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C32F419D-4E96-C559-88C7-B7337170C4E7}"/>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B67F81DF-BB02-47C0-4E4A-C310B9FF2935}"/>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6510719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A0358-5D31-4BDC-2F8A-D4D6FEABF419}"/>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21D09BDA-D979-F3D7-3650-26FDF102FA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785FE04F-0C0F-FF59-351B-AEF9DC3AD2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40A1DCA2-6148-58BD-1334-6E3C6EFD24FA}"/>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52A434FB-B9EB-1D9D-9C9E-23EAC5BA5F31}"/>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ECFBFC56-3642-E724-A921-DEB196CE0F22}"/>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2032864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1F4FB-E4C3-F4AC-B67F-3CE17DD69B74}"/>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1866D300-D888-AEE1-4FB9-8A76F27165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368E36-62B9-87B7-5E5B-03B52597F9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9EBE223-A9BA-FACF-1C1B-D054083094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715E2B7-EC12-0253-AFA9-68A8BF4741C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41173D18-8ADC-3912-F16C-906F95B74614}"/>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8" name="Footer Placeholder 7">
            <a:extLst>
              <a:ext uri="{FF2B5EF4-FFF2-40B4-BE49-F238E27FC236}">
                <a16:creationId xmlns:a16="http://schemas.microsoft.com/office/drawing/2014/main" id="{D21807A4-7174-B5E4-F766-C5F9811ABF4B}"/>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9" name="Slide Number Placeholder 8">
            <a:extLst>
              <a:ext uri="{FF2B5EF4-FFF2-40B4-BE49-F238E27FC236}">
                <a16:creationId xmlns:a16="http://schemas.microsoft.com/office/drawing/2014/main" id="{38B3B74A-10A7-89E6-3F07-2DA376AC03AD}"/>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2828153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2C1ED-03DF-AEFB-2975-590E298B8F06}"/>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C7303B90-7439-C232-A73E-65EB26223577}"/>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4" name="Footer Placeholder 3">
            <a:extLst>
              <a:ext uri="{FF2B5EF4-FFF2-40B4-BE49-F238E27FC236}">
                <a16:creationId xmlns:a16="http://schemas.microsoft.com/office/drawing/2014/main" id="{F7165B75-559C-5D27-EE67-737A5CBE63E4}"/>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5" name="Slide Number Placeholder 4">
            <a:extLst>
              <a:ext uri="{FF2B5EF4-FFF2-40B4-BE49-F238E27FC236}">
                <a16:creationId xmlns:a16="http://schemas.microsoft.com/office/drawing/2014/main" id="{E5105B6C-EF75-131D-6879-F41B9E465106}"/>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826699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FBC228-1CB4-691F-0CC7-EA00E8CEAE4E}"/>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3" name="Footer Placeholder 2">
            <a:extLst>
              <a:ext uri="{FF2B5EF4-FFF2-40B4-BE49-F238E27FC236}">
                <a16:creationId xmlns:a16="http://schemas.microsoft.com/office/drawing/2014/main" id="{1A439F34-B1F0-C790-4932-227BA6AEBF09}"/>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4" name="Slide Number Placeholder 3">
            <a:extLst>
              <a:ext uri="{FF2B5EF4-FFF2-40B4-BE49-F238E27FC236}">
                <a16:creationId xmlns:a16="http://schemas.microsoft.com/office/drawing/2014/main" id="{19E282EE-C45E-6487-97CB-47C3F660A357}"/>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660528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C2256-7C9B-E5FB-228F-ED0A782022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CDF228CD-588A-E836-1E2C-EFDBE87FA2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C26F344F-D56C-9305-338B-258CF836B3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0E828E-CF80-C44B-6647-1782B8471A03}"/>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34D17651-80C7-9052-7AD5-D6774F0C5AF0}"/>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9EAAF4F0-3221-347B-B93D-218D4BE8CD7C}"/>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4039015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38679-6EFB-4C08-6A8E-891C8FFBB7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B52BBBD4-0B4F-947D-4E37-A6EF2F9F3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5493F8B6-39A8-42DB-9D97-3EE97EEA3A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4AD6B3-EBE4-44CE-03FC-6B083D102BE9}"/>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A1CFD64A-B61E-02E9-7DB4-0EB8A65B8B9D}"/>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993FF78C-EA8D-999C-A351-436A432FCC01}"/>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1488666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3899-5AB3-35F5-E2E0-51F8AD2F87EA}"/>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6C722794-54C0-C86D-B00C-5623D3F3EA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59B3742-82E2-3018-A39A-2D919B3BE484}"/>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15827B3C-2465-9548-5830-46A737344C79}"/>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A515317B-1827-931A-53FF-D03D30F1C53B}"/>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5792175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0776EA2-548A-9987-D185-327ED9281C2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9C09119F-04E3-5CC5-E161-032EEDAC24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3959071D-FB0B-AAAB-A579-5DAD8DE7C063}"/>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1C06513C-0CF9-4E0B-E99F-C91748AB66FF}"/>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A3E3E179-3BA1-7255-F4DB-4F0CFF62CA6B}"/>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1252691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167B7C7-0B28-2F38-CF25-02AF2EBFCFDB}"/>
              </a:ext>
            </a:extLst>
          </p:cNvPr>
          <p:cNvSpPr>
            <a:spLocks noGrp="1"/>
          </p:cNvSpPr>
          <p:nvPr>
            <p:ph type="title"/>
          </p:nvPr>
        </p:nvSpPr>
        <p:spPr>
          <a:xfrm>
            <a:off x="838200" y="136525"/>
            <a:ext cx="11028680" cy="952046"/>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DCDB657-48B9-5675-DB11-5BF03BFFE0F6}"/>
              </a:ext>
            </a:extLst>
          </p:cNvPr>
          <p:cNvSpPr>
            <a:spLocks noGrp="1"/>
          </p:cNvSpPr>
          <p:nvPr>
            <p:ph type="body" idx="1"/>
          </p:nvPr>
        </p:nvSpPr>
        <p:spPr>
          <a:xfrm>
            <a:off x="838200" y="1273629"/>
            <a:ext cx="11028680" cy="490333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VN" dirty="0"/>
          </a:p>
        </p:txBody>
      </p:sp>
      <p:sp>
        <p:nvSpPr>
          <p:cNvPr id="6" name="Slide Number Placeholder 5">
            <a:extLst>
              <a:ext uri="{FF2B5EF4-FFF2-40B4-BE49-F238E27FC236}">
                <a16:creationId xmlns:a16="http://schemas.microsoft.com/office/drawing/2014/main" id="{C4CF828F-32F4-28A8-49B9-DA2BBF814799}"/>
              </a:ext>
            </a:extLst>
          </p:cNvPr>
          <p:cNvSpPr>
            <a:spLocks noGrp="1"/>
          </p:cNvSpPr>
          <p:nvPr>
            <p:ph type="sldNum" sz="quarter" idx="4"/>
          </p:nvPr>
        </p:nvSpPr>
        <p:spPr>
          <a:xfrm>
            <a:off x="9123680" y="6190572"/>
            <a:ext cx="2743200" cy="365125"/>
          </a:xfrm>
          <a:prstGeom prst="rect">
            <a:avLst/>
          </a:prstGeom>
        </p:spPr>
        <p:txBody>
          <a:bodyPr vert="horz" lIns="91440" tIns="45720" rIns="91440" bIns="45720" rtlCol="0" anchor="ctr"/>
          <a:lstStyle>
            <a:lvl1pPr algn="r">
              <a:defRPr sz="1200">
                <a:solidFill>
                  <a:srgbClr val="F68633"/>
                </a:solidFill>
              </a:defRPr>
            </a:lvl1pPr>
          </a:lstStyle>
          <a:p>
            <a:fld id="{6A14BA1B-0DF8-9749-BA6B-F4B0BAA32ABF}" type="slidenum">
              <a:rPr lang="en-VN" smtClean="0"/>
              <a:pPr/>
              <a:t>‹#›</a:t>
            </a:fld>
            <a:endParaRPr lang="en-VN"/>
          </a:p>
        </p:txBody>
      </p:sp>
      <p:sp>
        <p:nvSpPr>
          <p:cNvPr id="10" name="Parallelogram 9">
            <a:extLst>
              <a:ext uri="{FF2B5EF4-FFF2-40B4-BE49-F238E27FC236}">
                <a16:creationId xmlns:a16="http://schemas.microsoft.com/office/drawing/2014/main" id="{ACB2D5E2-2810-AF1C-B4CA-23874DB28FB8}"/>
              </a:ext>
            </a:extLst>
          </p:cNvPr>
          <p:cNvSpPr/>
          <p:nvPr userDrawn="1"/>
        </p:nvSpPr>
        <p:spPr>
          <a:xfrm flipV="1">
            <a:off x="838200" y="6615025"/>
            <a:ext cx="11028680" cy="45719"/>
          </a:xfrm>
          <a:prstGeom prst="parallelogram">
            <a:avLst/>
          </a:prstGeom>
          <a:gradFill flip="none" rotWithShape="1">
            <a:gsLst>
              <a:gs pos="0">
                <a:srgbClr val="05AEF3"/>
              </a:gs>
              <a:gs pos="55000">
                <a:srgbClr val="97D8EF">
                  <a:lumMod val="38975"/>
                  <a:lumOff val="61025"/>
                </a:srgbClr>
              </a:gs>
              <a:gs pos="100000">
                <a:srgbClr val="F68633"/>
              </a:gs>
            </a:gsLst>
            <a:lin ang="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3" name="Rectangle 12">
            <a:extLst>
              <a:ext uri="{FF2B5EF4-FFF2-40B4-BE49-F238E27FC236}">
                <a16:creationId xmlns:a16="http://schemas.microsoft.com/office/drawing/2014/main" id="{DBBE869C-8ECC-0998-EC18-5392AF6D0560}"/>
              </a:ext>
            </a:extLst>
          </p:cNvPr>
          <p:cNvSpPr/>
          <p:nvPr userDrawn="1"/>
        </p:nvSpPr>
        <p:spPr>
          <a:xfrm>
            <a:off x="4914900" y="6478181"/>
            <a:ext cx="3037114" cy="2709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2" name="Footer Placeholder 4">
            <a:extLst>
              <a:ext uri="{FF2B5EF4-FFF2-40B4-BE49-F238E27FC236}">
                <a16:creationId xmlns:a16="http://schemas.microsoft.com/office/drawing/2014/main" id="{0EF8F3F2-B793-C5C2-3986-3A62CA8B30DD}"/>
              </a:ext>
            </a:extLst>
          </p:cNvPr>
          <p:cNvSpPr>
            <a:spLocks noGrp="1"/>
          </p:cNvSpPr>
          <p:nvPr>
            <p:ph type="ftr" sz="quarter" idx="3"/>
          </p:nvPr>
        </p:nvSpPr>
        <p:spPr>
          <a:xfrm>
            <a:off x="4376057" y="6478181"/>
            <a:ext cx="4114800" cy="365125"/>
          </a:xfrm>
          <a:prstGeom prst="rect">
            <a:avLst/>
          </a:prstGeom>
        </p:spPr>
        <p:txBody>
          <a:bodyPr/>
          <a:lstStyle>
            <a:lvl1pPr>
              <a:defRPr sz="1400" b="0" i="0" cap="none" spc="0">
                <a:ln w="0"/>
                <a:solidFill>
                  <a:schemeClr val="accent4">
                    <a:lumMod val="75000"/>
                  </a:schemeClr>
                </a:solidFill>
                <a:effectLst>
                  <a:reflection blurRad="6350" stA="53000" endA="300" endPos="35500" dir="5400000" sy="-90000" algn="bl" rotWithShape="0"/>
                </a:effectLst>
                <a:latin typeface="Consolas" panose="020B0609020204030204" pitchFamily="49" charset="0"/>
                <a:cs typeface="Consolas" panose="020B0609020204030204" pitchFamily="49" charset="0"/>
              </a:defRPr>
            </a:lvl1pPr>
          </a:lstStyle>
          <a:p>
            <a:pPr algn="ctr"/>
            <a:r>
              <a:rPr lang="en-VN"/>
              <a:t>AI Programming for Beginners</a:t>
            </a:r>
            <a:endParaRPr lang="en-VN" dirty="0"/>
          </a:p>
        </p:txBody>
      </p:sp>
    </p:spTree>
    <p:extLst>
      <p:ext uri="{BB962C8B-B14F-4D97-AF65-F5344CB8AC3E}">
        <p14:creationId xmlns:p14="http://schemas.microsoft.com/office/powerpoint/2010/main" val="1283504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b="0" i="0" kern="1200">
          <a:solidFill>
            <a:schemeClr val="accent4">
              <a:lumMod val="75000"/>
            </a:schemeClr>
          </a:solidFill>
          <a:latin typeface="Arial" panose="020B0604020202020204" pitchFamily="34" charset="0"/>
          <a:ea typeface="Arial Unicode MS" panose="020B0604020202020204" pitchFamily="34" charset="-128"/>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4"/>
        <p:cNvGrpSpPr/>
        <p:nvPr/>
      </p:nvGrpSpPr>
      <p:grpSpPr>
        <a:xfrm>
          <a:off x="0" y="0"/>
          <a:ext cx="0" cy="0"/>
          <a:chOff x="0" y="0"/>
          <a:chExt cx="0" cy="0"/>
        </a:xfrm>
      </p:grpSpPr>
      <p:grpSp>
        <p:nvGrpSpPr>
          <p:cNvPr id="45" name="Google Shape;45;p1"/>
          <p:cNvGrpSpPr/>
          <p:nvPr/>
        </p:nvGrpSpPr>
        <p:grpSpPr>
          <a:xfrm>
            <a:off x="516128" y="6478015"/>
            <a:ext cx="11028679" cy="271356"/>
            <a:chOff x="774191" y="9717023"/>
            <a:chExt cx="16543019" cy="407034"/>
          </a:xfrm>
        </p:grpSpPr>
        <p:pic>
          <p:nvPicPr>
            <p:cNvPr id="46" name="Google Shape;46;p1"/>
            <p:cNvPicPr preferRelativeResize="0"/>
            <p:nvPr/>
          </p:nvPicPr>
          <p:blipFill rotWithShape="1">
            <a:blip r:embed="rId3">
              <a:alphaModFix/>
            </a:blip>
            <a:srcRect/>
            <a:stretch/>
          </p:blipFill>
          <p:spPr>
            <a:xfrm>
              <a:off x="774191" y="9922763"/>
              <a:ext cx="16543019" cy="68579"/>
            </a:xfrm>
            <a:prstGeom prst="rect">
              <a:avLst/>
            </a:prstGeom>
            <a:noFill/>
            <a:ln>
              <a:noFill/>
            </a:ln>
          </p:spPr>
        </p:pic>
        <p:sp>
          <p:nvSpPr>
            <p:cNvPr id="47" name="Google Shape;47;p1"/>
            <p:cNvSpPr/>
            <p:nvPr/>
          </p:nvSpPr>
          <p:spPr>
            <a:xfrm>
              <a:off x="7373111" y="9717023"/>
              <a:ext cx="4555490" cy="407034"/>
            </a:xfrm>
            <a:custGeom>
              <a:avLst/>
              <a:gdLst/>
              <a:ahLst/>
              <a:cxnLst/>
              <a:rect l="l" t="t" r="r" b="b"/>
              <a:pathLst>
                <a:path w="4555490" h="407034" extrusionOk="0">
                  <a:moveTo>
                    <a:pt x="4555236" y="0"/>
                  </a:moveTo>
                  <a:lnTo>
                    <a:pt x="0" y="0"/>
                  </a:lnTo>
                  <a:lnTo>
                    <a:pt x="0" y="406907"/>
                  </a:lnTo>
                  <a:lnTo>
                    <a:pt x="4555236" y="406907"/>
                  </a:lnTo>
                  <a:lnTo>
                    <a:pt x="4555236" y="0"/>
                  </a:lnTo>
                  <a:close/>
                </a:path>
              </a:pathLst>
            </a:custGeom>
            <a:solidFill>
              <a:srgbClr val="FFFFFF"/>
            </a:solidFill>
            <a:ln>
              <a:noFill/>
            </a:ln>
          </p:spPr>
          <p:txBody>
            <a:bodyPr spcFirstLastPara="1" wrap="square" lIns="0" tIns="0" rIns="0" bIns="0" anchor="t" anchorCtr="0">
              <a:noAutofit/>
            </a:bodyPr>
            <a:lstStyle/>
            <a:p>
              <a:pPr>
                <a:buClr>
                  <a:srgbClr val="000000"/>
                </a:buClr>
                <a:buSzPts val="1400"/>
              </a:pPr>
              <a:endParaRPr sz="933">
                <a:solidFill>
                  <a:srgbClr val="000000"/>
                </a:solidFill>
                <a:latin typeface="Arial"/>
                <a:ea typeface="Arial"/>
                <a:cs typeface="Arial"/>
                <a:sym typeface="Arial"/>
              </a:endParaRPr>
            </a:p>
          </p:txBody>
        </p:sp>
      </p:grpSp>
      <p:sp>
        <p:nvSpPr>
          <p:cNvPr id="48" name="Google Shape;48;p1"/>
          <p:cNvSpPr txBox="1">
            <a:spLocks noGrp="1"/>
          </p:cNvSpPr>
          <p:nvPr>
            <p:ph type="ctrTitle"/>
          </p:nvPr>
        </p:nvSpPr>
        <p:spPr>
          <a:xfrm>
            <a:off x="1662467" y="2599776"/>
            <a:ext cx="8736000" cy="829224"/>
          </a:xfrm>
          <a:prstGeom prst="rect">
            <a:avLst/>
          </a:prstGeom>
          <a:noFill/>
          <a:ln>
            <a:noFill/>
          </a:ln>
        </p:spPr>
        <p:txBody>
          <a:bodyPr spcFirstLastPara="1" vert="horz" wrap="square" lIns="0" tIns="103717" rIns="0" bIns="0" rtlCol="0" anchor="t" anchorCtr="0">
            <a:spAutoFit/>
          </a:bodyPr>
          <a:lstStyle/>
          <a:p>
            <a:pPr marL="3281421" marR="3387" indent="-3272954" algn="ctr">
              <a:lnSpc>
                <a:spcPct val="107407"/>
              </a:lnSpc>
              <a:spcBef>
                <a:spcPts val="0"/>
              </a:spcBef>
              <a:buSzPts val="1400"/>
            </a:pPr>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endParaRPr dirty="0"/>
          </a:p>
        </p:txBody>
      </p:sp>
      <p:sp>
        <p:nvSpPr>
          <p:cNvPr id="49" name="Google Shape;49;p1"/>
          <p:cNvSpPr txBox="1">
            <a:spLocks noGrp="1"/>
          </p:cNvSpPr>
          <p:nvPr>
            <p:ph type="sldNum" idx="12"/>
          </p:nvPr>
        </p:nvSpPr>
        <p:spPr>
          <a:xfrm>
            <a:off x="11592984" y="6254166"/>
            <a:ext cx="228177" cy="214226"/>
          </a:xfrm>
          <a:prstGeom prst="rect">
            <a:avLst/>
          </a:prstGeom>
          <a:noFill/>
          <a:ln>
            <a:noFill/>
          </a:ln>
        </p:spPr>
        <p:txBody>
          <a:bodyPr spcFirstLastPara="1" vert="horz" wrap="square" lIns="0" tIns="0" rIns="0" bIns="0" rtlCol="0" anchor="t" anchorCtr="0">
            <a:spAutoFit/>
          </a:bodyPr>
          <a:lstStyle/>
          <a:p>
            <a:pPr marL="25401" algn="l">
              <a:lnSpc>
                <a:spcPct val="116111"/>
              </a:lnSpc>
              <a:buSzPts val="1800"/>
            </a:pPr>
            <a:fld id="{00000000-1234-1234-1234-123412341234}" type="slidenum">
              <a:rPr lang="en-US"/>
              <a:pPr marL="25401" algn="l">
                <a:lnSpc>
                  <a:spcPct val="116111"/>
                </a:lnSpc>
                <a:buSzPts val="1800"/>
              </a:pPr>
              <a:t>1</a:t>
            </a:fld>
            <a:endParaRPr/>
          </a:p>
        </p:txBody>
      </p:sp>
      <p:sp>
        <p:nvSpPr>
          <p:cNvPr id="50" name="Google Shape;50;p1"/>
          <p:cNvSpPr txBox="1"/>
          <p:nvPr/>
        </p:nvSpPr>
        <p:spPr>
          <a:xfrm>
            <a:off x="4065700" y="3600937"/>
            <a:ext cx="4060600" cy="377882"/>
          </a:xfrm>
          <a:prstGeom prst="rect">
            <a:avLst/>
          </a:prstGeom>
          <a:noFill/>
          <a:ln>
            <a:noFill/>
          </a:ln>
        </p:spPr>
        <p:txBody>
          <a:bodyPr spcFirstLastPara="1" wrap="square" lIns="0" tIns="8467" rIns="0" bIns="0" anchor="t" anchorCtr="0">
            <a:spAutoFit/>
          </a:bodyPr>
          <a:lstStyle/>
          <a:p>
            <a:pPr marL="8467">
              <a:buClr>
                <a:srgbClr val="000000"/>
              </a:buClr>
              <a:buSzPts val="3600"/>
            </a:pPr>
            <a:r>
              <a:rPr lang="en-US" sz="2400" dirty="0" err="1">
                <a:solidFill>
                  <a:srgbClr val="F68533"/>
                </a:solidFill>
                <a:latin typeface="Arial"/>
                <a:ea typeface="Arial"/>
                <a:cs typeface="Arial"/>
                <a:sym typeface="Arial"/>
              </a:rPr>
              <a:t>Trình</a:t>
            </a:r>
            <a:r>
              <a:rPr lang="en-US" sz="2400" dirty="0">
                <a:solidFill>
                  <a:srgbClr val="F68533"/>
                </a:solidFill>
                <a:latin typeface="Arial"/>
                <a:ea typeface="Arial"/>
                <a:cs typeface="Arial"/>
                <a:sym typeface="Arial"/>
              </a:rPr>
              <a:t> </a:t>
            </a:r>
            <a:r>
              <a:rPr lang="en-US" sz="2400" dirty="0" err="1">
                <a:solidFill>
                  <a:srgbClr val="F68533"/>
                </a:solidFill>
                <a:latin typeface="Arial"/>
                <a:ea typeface="Arial"/>
                <a:cs typeface="Arial"/>
                <a:sym typeface="Arial"/>
              </a:rPr>
              <a:t>bày</a:t>
            </a:r>
            <a:r>
              <a:rPr lang="en-US" sz="2400" dirty="0">
                <a:solidFill>
                  <a:srgbClr val="F68533"/>
                </a:solidFill>
                <a:latin typeface="Arial"/>
                <a:ea typeface="Arial"/>
                <a:cs typeface="Arial"/>
                <a:sym typeface="Arial"/>
              </a:rPr>
              <a:t>: Nguyễn Sơn Tùng</a:t>
            </a:r>
            <a:endParaRPr sz="2400"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71F07-6AD9-38AF-C7F3-75063A041ED7}"/>
              </a:ext>
            </a:extLst>
          </p:cNvPr>
          <p:cNvSpPr>
            <a:spLocks noGrp="1"/>
          </p:cNvSpPr>
          <p:nvPr>
            <p:ph type="title"/>
          </p:nvPr>
        </p:nvSpPr>
        <p:spPr/>
        <p:txBody>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endParaRPr lang="en-US" dirty="0"/>
          </a:p>
        </p:txBody>
      </p:sp>
      <p:sp>
        <p:nvSpPr>
          <p:cNvPr id="3" name="Content Placeholder 2">
            <a:extLst>
              <a:ext uri="{FF2B5EF4-FFF2-40B4-BE49-F238E27FC236}">
                <a16:creationId xmlns:a16="http://schemas.microsoft.com/office/drawing/2014/main" id="{DC3E3F76-737F-CA96-40A5-BE22C7FFACF2}"/>
              </a:ext>
            </a:extLst>
          </p:cNvPr>
          <p:cNvSpPr>
            <a:spLocks noGrp="1"/>
          </p:cNvSpPr>
          <p:nvPr>
            <p:ph idx="1"/>
          </p:nvPr>
        </p:nvSpPr>
        <p:spPr/>
        <p:txBody>
          <a:bodyPr>
            <a:normAutofit/>
          </a:bodyPr>
          <a:lstStyle/>
          <a:p>
            <a:pPr marL="0" indent="0">
              <a:buNone/>
            </a:pPr>
            <a:r>
              <a:rPr lang="en-US" altLang="zh-CN" sz="2400" dirty="0" err="1">
                <a:solidFill>
                  <a:srgbClr val="000000"/>
                </a:solidFill>
                <a:ea typeface="等线"/>
                <a:cs typeface="Calibri"/>
              </a:rPr>
              <a:t>Vì</a:t>
            </a:r>
            <a:r>
              <a:rPr lang="en-US" altLang="zh-CN" sz="2400" dirty="0">
                <a:solidFill>
                  <a:srgbClr val="000000"/>
                </a:solidFill>
                <a:ea typeface="等线"/>
                <a:cs typeface="Calibri"/>
              </a:rPr>
              <a:t> </a:t>
            </a:r>
            <a:r>
              <a:rPr lang="en-US" altLang="zh-CN" sz="2400" dirty="0" err="1">
                <a:solidFill>
                  <a:srgbClr val="000000"/>
                </a:solidFill>
                <a:ea typeface="等线"/>
                <a:cs typeface="Calibri"/>
              </a:rPr>
              <a:t>sao</a:t>
            </a:r>
            <a:r>
              <a:rPr lang="en-US" altLang="zh-CN" sz="2400" dirty="0">
                <a:solidFill>
                  <a:srgbClr val="000000"/>
                </a:solidFill>
                <a:ea typeface="等线"/>
                <a:cs typeface="Calibri"/>
              </a:rPr>
              <a:t> </a:t>
            </a:r>
            <a:r>
              <a:rPr lang="en-US" altLang="zh-CN" sz="2400" dirty="0" err="1">
                <a:solidFill>
                  <a:srgbClr val="000000"/>
                </a:solidFill>
                <a:ea typeface="等线"/>
                <a:cs typeface="Calibri"/>
              </a:rPr>
              <a:t>phải</a:t>
            </a:r>
            <a:r>
              <a:rPr lang="en-US" altLang="zh-CN" sz="2400" dirty="0">
                <a:solidFill>
                  <a:srgbClr val="000000"/>
                </a:solidFill>
                <a:ea typeface="等线"/>
                <a:cs typeface="Calibri"/>
              </a:rPr>
              <a:t> </a:t>
            </a:r>
            <a:r>
              <a:rPr lang="en-US" altLang="zh-CN" sz="2400" dirty="0" err="1">
                <a:solidFill>
                  <a:srgbClr val="000000"/>
                </a:solidFill>
                <a:ea typeface="等线"/>
                <a:cs typeface="Calibri"/>
              </a:rPr>
              <a:t>tiền</a:t>
            </a:r>
            <a:r>
              <a:rPr lang="en-US" altLang="zh-CN" sz="2400" dirty="0">
                <a:solidFill>
                  <a:srgbClr val="000000"/>
                </a:solidFill>
                <a:ea typeface="等线"/>
                <a:cs typeface="Calibri"/>
              </a:rPr>
              <a:t> </a:t>
            </a:r>
            <a:r>
              <a:rPr lang="en-US" altLang="zh-CN" sz="2400" dirty="0" err="1">
                <a:solidFill>
                  <a:srgbClr val="000000"/>
                </a:solidFill>
                <a:ea typeface="等线"/>
                <a:cs typeface="Calibri"/>
              </a:rPr>
              <a:t>xử</a:t>
            </a:r>
            <a:r>
              <a:rPr lang="en-US" altLang="zh-CN" sz="2400" dirty="0">
                <a:solidFill>
                  <a:srgbClr val="000000"/>
                </a:solidFill>
                <a:ea typeface="等线"/>
                <a:cs typeface="Calibri"/>
              </a:rPr>
              <a:t> </a:t>
            </a:r>
            <a:r>
              <a:rPr lang="en-US" altLang="zh-CN" sz="2400" dirty="0" err="1">
                <a:solidFill>
                  <a:srgbClr val="000000"/>
                </a:solidFill>
                <a:ea typeface="等线"/>
                <a:cs typeface="Calibri"/>
              </a:rPr>
              <a:t>lý</a:t>
            </a:r>
            <a:r>
              <a:rPr lang="en-US" altLang="zh-CN" sz="2400" dirty="0">
                <a:solidFill>
                  <a:srgbClr val="000000"/>
                </a:solidFill>
                <a:ea typeface="等线"/>
                <a:cs typeface="Calibri"/>
              </a:rPr>
              <a:t> </a:t>
            </a:r>
            <a:r>
              <a:rPr lang="en-US" altLang="zh-CN" sz="2400" dirty="0" err="1">
                <a:solidFill>
                  <a:srgbClr val="000000"/>
                </a:solidFill>
                <a:ea typeface="等线"/>
                <a:cs typeface="Calibri"/>
              </a:rPr>
              <a:t>dữ</a:t>
            </a:r>
            <a:r>
              <a:rPr lang="en-US" altLang="zh-CN" sz="2400" dirty="0">
                <a:solidFill>
                  <a:srgbClr val="000000"/>
                </a:solidFill>
                <a:ea typeface="等线"/>
                <a:cs typeface="Calibri"/>
              </a:rPr>
              <a:t> </a:t>
            </a:r>
            <a:r>
              <a:rPr lang="en-US" altLang="zh-CN" sz="2400" dirty="0" err="1">
                <a:solidFill>
                  <a:srgbClr val="000000"/>
                </a:solidFill>
                <a:ea typeface="等线"/>
                <a:cs typeface="Calibri"/>
              </a:rPr>
              <a:t>liệu</a:t>
            </a:r>
            <a:r>
              <a:rPr lang="en-US" altLang="zh-CN" sz="2400" dirty="0">
                <a:solidFill>
                  <a:srgbClr val="000000"/>
                </a:solidFill>
                <a:ea typeface="等线"/>
                <a:cs typeface="Calibri"/>
              </a:rPr>
              <a:t> ?</a:t>
            </a:r>
          </a:p>
          <a:p>
            <a:pPr lvl="1"/>
            <a:r>
              <a:rPr lang="en-US" sz="2000" dirty="0" err="1">
                <a:ea typeface="+mn-lt"/>
                <a:cs typeface="+mn-lt"/>
              </a:rPr>
              <a:t>Không</a:t>
            </a:r>
            <a:r>
              <a:rPr lang="en-US" sz="2000" dirty="0">
                <a:ea typeface="+mn-lt"/>
                <a:cs typeface="+mn-lt"/>
              </a:rPr>
              <a:t> </a:t>
            </a:r>
            <a:r>
              <a:rPr lang="en-US" sz="2000" dirty="0" err="1">
                <a:ea typeface="+mn-lt"/>
                <a:cs typeface="+mn-lt"/>
              </a:rPr>
              <a:t>đầy</a:t>
            </a:r>
            <a:r>
              <a:rPr lang="en-US" sz="2000" dirty="0">
                <a:ea typeface="+mn-lt"/>
                <a:cs typeface="+mn-lt"/>
              </a:rPr>
              <a:t> </a:t>
            </a:r>
            <a:r>
              <a:rPr lang="en-US" sz="2000" dirty="0" err="1">
                <a:ea typeface="+mn-lt"/>
                <a:cs typeface="+mn-lt"/>
              </a:rPr>
              <a:t>đủ</a:t>
            </a:r>
            <a:r>
              <a:rPr lang="en-US" sz="2000" dirty="0">
                <a:ea typeface="+mn-lt"/>
                <a:cs typeface="+mn-lt"/>
              </a:rPr>
              <a:t> (Incomplete) : </a:t>
            </a:r>
            <a:r>
              <a:rPr lang="en-US" sz="2000" dirty="0" err="1">
                <a:ea typeface="+mn-lt"/>
                <a:cs typeface="+mn-lt"/>
              </a:rPr>
              <a:t>thiếu</a:t>
            </a:r>
            <a:r>
              <a:rPr lang="en-US" sz="2000" dirty="0">
                <a:ea typeface="+mn-lt"/>
                <a:cs typeface="+mn-lt"/>
              </a:rPr>
              <a:t> </a:t>
            </a:r>
            <a:r>
              <a:rPr lang="en-US" sz="2000" dirty="0" err="1">
                <a:ea typeface="+mn-lt"/>
                <a:cs typeface="+mn-lt"/>
              </a:rPr>
              <a:t>một</a:t>
            </a:r>
            <a:r>
              <a:rPr lang="en-US" sz="2000" dirty="0">
                <a:ea typeface="+mn-lt"/>
                <a:cs typeface="+mn-lt"/>
              </a:rPr>
              <a:t> </a:t>
            </a:r>
            <a:r>
              <a:rPr lang="en-US" sz="2000" dirty="0" err="1">
                <a:ea typeface="+mn-lt"/>
                <a:cs typeface="+mn-lt"/>
              </a:rPr>
              <a:t>vài</a:t>
            </a:r>
            <a:r>
              <a:rPr lang="en-US" sz="2000" dirty="0">
                <a:ea typeface="+mn-lt"/>
                <a:cs typeface="+mn-lt"/>
              </a:rPr>
              <a:t> </a:t>
            </a:r>
            <a:r>
              <a:rPr lang="en-US" sz="2000" dirty="0" err="1">
                <a:ea typeface="+mn-lt"/>
                <a:cs typeface="+mn-lt"/>
              </a:rPr>
              <a:t>giá</a:t>
            </a:r>
            <a:r>
              <a:rPr lang="en-US" sz="2000" dirty="0">
                <a:ea typeface="+mn-lt"/>
                <a:cs typeface="+mn-lt"/>
              </a:rPr>
              <a:t> </a:t>
            </a:r>
            <a:r>
              <a:rPr lang="en-US" sz="2000" dirty="0" err="1">
                <a:ea typeface="+mn-lt"/>
                <a:cs typeface="+mn-lt"/>
              </a:rPr>
              <a:t>trị</a:t>
            </a:r>
            <a:r>
              <a:rPr lang="en-US" sz="2000" dirty="0">
                <a:ea typeface="+mn-lt"/>
                <a:cs typeface="+mn-lt"/>
              </a:rPr>
              <a:t> </a:t>
            </a:r>
            <a:r>
              <a:rPr lang="en-US" sz="2000" dirty="0" err="1">
                <a:ea typeface="+mn-lt"/>
                <a:cs typeface="+mn-lt"/>
              </a:rPr>
              <a:t>thuộc</a:t>
            </a:r>
            <a:r>
              <a:rPr lang="en-US" sz="2000" dirty="0">
                <a:ea typeface="+mn-lt"/>
                <a:cs typeface="+mn-lt"/>
              </a:rPr>
              <a:t> </a:t>
            </a:r>
            <a:r>
              <a:rPr lang="en-US" sz="2000" dirty="0" err="1">
                <a:ea typeface="+mn-lt"/>
                <a:cs typeface="+mn-lt"/>
              </a:rPr>
              <a:t>tính</a:t>
            </a:r>
            <a:r>
              <a:rPr lang="en-US" sz="2000" dirty="0">
                <a:ea typeface="+mn-lt"/>
                <a:cs typeface="+mn-lt"/>
              </a:rPr>
              <a:t> ....</a:t>
            </a:r>
          </a:p>
          <a:p>
            <a:pPr lvl="1"/>
            <a:r>
              <a:rPr lang="en-US" sz="2000" dirty="0" err="1">
                <a:ea typeface="+mn-lt"/>
                <a:cs typeface="+mn-lt"/>
              </a:rPr>
              <a:t>Nhiễu</a:t>
            </a:r>
            <a:r>
              <a:rPr lang="en-US" sz="2000" dirty="0">
                <a:ea typeface="+mn-lt"/>
                <a:cs typeface="+mn-lt"/>
              </a:rPr>
              <a:t> (Noisy) : </a:t>
            </a:r>
            <a:r>
              <a:rPr lang="en-US" sz="2000" dirty="0" err="1">
                <a:ea typeface="+mn-lt"/>
                <a:cs typeface="+mn-lt"/>
              </a:rPr>
              <a:t>xuất</a:t>
            </a:r>
            <a:r>
              <a:rPr lang="en-US" sz="2000" dirty="0">
                <a:ea typeface="+mn-lt"/>
                <a:cs typeface="+mn-lt"/>
              </a:rPr>
              <a:t> </a:t>
            </a:r>
            <a:r>
              <a:rPr lang="en-US" sz="2000" dirty="0" err="1">
                <a:ea typeface="+mn-lt"/>
                <a:cs typeface="+mn-lt"/>
              </a:rPr>
              <a:t>hiện</a:t>
            </a:r>
            <a:r>
              <a:rPr lang="en-US" sz="2000" dirty="0">
                <a:ea typeface="+mn-lt"/>
                <a:cs typeface="+mn-lt"/>
              </a:rPr>
              <a:t> </a:t>
            </a:r>
            <a:r>
              <a:rPr lang="en-US" sz="2000" dirty="0" err="1">
                <a:ea typeface="+mn-lt"/>
                <a:cs typeface="+mn-lt"/>
              </a:rPr>
              <a:t>giá</a:t>
            </a:r>
            <a:r>
              <a:rPr lang="en-US" sz="2000" dirty="0">
                <a:ea typeface="+mn-lt"/>
                <a:cs typeface="+mn-lt"/>
              </a:rPr>
              <a:t> </a:t>
            </a:r>
            <a:r>
              <a:rPr lang="en-US" sz="2000" dirty="0" err="1">
                <a:ea typeface="+mn-lt"/>
                <a:cs typeface="+mn-lt"/>
              </a:rPr>
              <a:t>trị</a:t>
            </a:r>
            <a:r>
              <a:rPr lang="en-US" sz="2000" dirty="0">
                <a:ea typeface="+mn-lt"/>
                <a:cs typeface="+mn-lt"/>
              </a:rPr>
              <a:t> </a:t>
            </a:r>
            <a:r>
              <a:rPr lang="en-US" sz="2000" dirty="0" err="1">
                <a:ea typeface="+mn-lt"/>
                <a:cs typeface="+mn-lt"/>
              </a:rPr>
              <a:t>lỗi</a:t>
            </a:r>
            <a:r>
              <a:rPr lang="en-US" sz="2000" dirty="0">
                <a:ea typeface="+mn-lt"/>
                <a:cs typeface="+mn-lt"/>
              </a:rPr>
              <a:t>, </a:t>
            </a:r>
            <a:r>
              <a:rPr lang="en-US" sz="2000" dirty="0" err="1">
                <a:ea typeface="+mn-lt"/>
                <a:cs typeface="+mn-lt"/>
              </a:rPr>
              <a:t>lỗi</a:t>
            </a:r>
            <a:r>
              <a:rPr lang="en-US" sz="2000" dirty="0">
                <a:ea typeface="+mn-lt"/>
                <a:cs typeface="+mn-lt"/>
              </a:rPr>
              <a:t> </a:t>
            </a:r>
            <a:r>
              <a:rPr lang="en-US" sz="2000" dirty="0" err="1">
                <a:ea typeface="+mn-lt"/>
                <a:cs typeface="+mn-lt"/>
              </a:rPr>
              <a:t>chủ</a:t>
            </a:r>
            <a:r>
              <a:rPr lang="en-US" sz="2000" dirty="0">
                <a:ea typeface="+mn-lt"/>
                <a:cs typeface="+mn-lt"/>
              </a:rPr>
              <a:t> </a:t>
            </a:r>
            <a:r>
              <a:rPr lang="en-US" sz="2000" dirty="0" err="1">
                <a:ea typeface="+mn-lt"/>
                <a:cs typeface="+mn-lt"/>
              </a:rPr>
              <a:t>quan</a:t>
            </a:r>
            <a:r>
              <a:rPr lang="en-US" sz="2000" dirty="0">
                <a:ea typeface="+mn-lt"/>
                <a:cs typeface="+mn-lt"/>
              </a:rPr>
              <a:t> </a:t>
            </a:r>
            <a:r>
              <a:rPr lang="en-US" sz="2000" dirty="0" err="1">
                <a:ea typeface="+mn-lt"/>
                <a:cs typeface="+mn-lt"/>
              </a:rPr>
              <a:t>người</a:t>
            </a:r>
            <a:r>
              <a:rPr lang="en-US" sz="2000" dirty="0">
                <a:ea typeface="+mn-lt"/>
                <a:cs typeface="+mn-lt"/>
              </a:rPr>
              <a:t> </a:t>
            </a:r>
            <a:r>
              <a:rPr lang="en-US" sz="2000" dirty="0" err="1">
                <a:ea typeface="+mn-lt"/>
                <a:cs typeface="+mn-lt"/>
              </a:rPr>
              <a:t>nhập</a:t>
            </a:r>
            <a:r>
              <a:rPr lang="en-US" sz="2000" dirty="0">
                <a:ea typeface="+mn-lt"/>
                <a:cs typeface="+mn-lt"/>
              </a:rPr>
              <a:t> </a:t>
            </a:r>
            <a:r>
              <a:rPr lang="en-US" sz="2000" dirty="0" err="1">
                <a:ea typeface="+mn-lt"/>
                <a:cs typeface="+mn-lt"/>
              </a:rPr>
              <a:t>dữ</a:t>
            </a:r>
            <a:r>
              <a:rPr lang="en-US" sz="2000" dirty="0">
                <a:ea typeface="+mn-lt"/>
                <a:cs typeface="+mn-lt"/>
              </a:rPr>
              <a:t> </a:t>
            </a:r>
            <a:r>
              <a:rPr lang="en-US" sz="2000" dirty="0" err="1">
                <a:ea typeface="+mn-lt"/>
                <a:cs typeface="+mn-lt"/>
              </a:rPr>
              <a:t>liệu</a:t>
            </a:r>
            <a:r>
              <a:rPr lang="en-US" sz="2000" dirty="0">
                <a:ea typeface="+mn-lt"/>
                <a:cs typeface="+mn-lt"/>
              </a:rPr>
              <a:t> ....</a:t>
            </a:r>
          </a:p>
          <a:p>
            <a:pPr lvl="1"/>
            <a:r>
              <a:rPr lang="en-US" sz="2000" dirty="0" err="1">
                <a:ea typeface="+mn-lt"/>
                <a:cs typeface="+mn-lt"/>
              </a:rPr>
              <a:t>Không</a:t>
            </a:r>
            <a:r>
              <a:rPr lang="en-US" sz="2000" dirty="0">
                <a:ea typeface="+mn-lt"/>
                <a:cs typeface="+mn-lt"/>
              </a:rPr>
              <a:t> </a:t>
            </a:r>
            <a:r>
              <a:rPr lang="en-US" sz="2000" dirty="0" err="1">
                <a:ea typeface="+mn-lt"/>
                <a:cs typeface="+mn-lt"/>
              </a:rPr>
              <a:t>nhất</a:t>
            </a:r>
            <a:r>
              <a:rPr lang="en-US" sz="2000" dirty="0">
                <a:ea typeface="+mn-lt"/>
                <a:cs typeface="+mn-lt"/>
              </a:rPr>
              <a:t> </a:t>
            </a:r>
            <a:r>
              <a:rPr lang="en-US" sz="2000" dirty="0" err="1">
                <a:ea typeface="+mn-lt"/>
                <a:cs typeface="+mn-lt"/>
              </a:rPr>
              <a:t>quán</a:t>
            </a:r>
            <a:r>
              <a:rPr lang="en-US" sz="2000" dirty="0">
                <a:ea typeface="+mn-lt"/>
                <a:cs typeface="+mn-lt"/>
              </a:rPr>
              <a:t> (Inconsistent) : </a:t>
            </a:r>
            <a:r>
              <a:rPr lang="en-US" sz="2000" dirty="0" err="1">
                <a:ea typeface="+mn-lt"/>
                <a:cs typeface="+mn-lt"/>
              </a:rPr>
              <a:t>sự</a:t>
            </a:r>
            <a:r>
              <a:rPr lang="en-US" sz="2000" dirty="0">
                <a:ea typeface="+mn-lt"/>
                <a:cs typeface="+mn-lt"/>
              </a:rPr>
              <a:t> </a:t>
            </a:r>
            <a:r>
              <a:rPr lang="en-US" sz="2000" dirty="0" err="1">
                <a:ea typeface="+mn-lt"/>
                <a:cs typeface="+mn-lt"/>
              </a:rPr>
              <a:t>khác</a:t>
            </a:r>
            <a:r>
              <a:rPr lang="en-US" sz="2000" dirty="0">
                <a:ea typeface="+mn-lt"/>
                <a:cs typeface="+mn-lt"/>
              </a:rPr>
              <a:t> </a:t>
            </a:r>
            <a:r>
              <a:rPr lang="en-US" sz="2000" dirty="0" err="1">
                <a:ea typeface="+mn-lt"/>
                <a:cs typeface="+mn-lt"/>
              </a:rPr>
              <a:t>biệt</a:t>
            </a:r>
            <a:r>
              <a:rPr lang="en-US" sz="2000" dirty="0">
                <a:ea typeface="+mn-lt"/>
                <a:cs typeface="+mn-lt"/>
              </a:rPr>
              <a:t> </a:t>
            </a:r>
            <a:r>
              <a:rPr lang="en-US" sz="2000" dirty="0" err="1">
                <a:ea typeface="+mn-lt"/>
                <a:cs typeface="+mn-lt"/>
              </a:rPr>
              <a:t>trong</a:t>
            </a:r>
            <a:r>
              <a:rPr lang="en-US" sz="2000" dirty="0">
                <a:ea typeface="+mn-lt"/>
                <a:cs typeface="+mn-lt"/>
              </a:rPr>
              <a:t> </a:t>
            </a:r>
            <a:r>
              <a:rPr lang="en-US" sz="2000" dirty="0" err="1">
                <a:ea typeface="+mn-lt"/>
                <a:cs typeface="+mn-lt"/>
              </a:rPr>
              <a:t>cách</a:t>
            </a:r>
            <a:r>
              <a:rPr lang="en-US" sz="2000" dirty="0">
                <a:ea typeface="+mn-lt"/>
                <a:cs typeface="+mn-lt"/>
              </a:rPr>
              <a:t> </a:t>
            </a:r>
            <a:r>
              <a:rPr lang="en-US" sz="2000" dirty="0" err="1">
                <a:ea typeface="+mn-lt"/>
                <a:cs typeface="+mn-lt"/>
              </a:rPr>
              <a:t>phân</a:t>
            </a:r>
            <a:r>
              <a:rPr lang="en-US" sz="2000" dirty="0">
                <a:ea typeface="+mn-lt"/>
                <a:cs typeface="+mn-lt"/>
              </a:rPr>
              <a:t> </a:t>
            </a:r>
            <a:r>
              <a:rPr lang="en-US" sz="2000" dirty="0" err="1">
                <a:ea typeface="+mn-lt"/>
                <a:cs typeface="+mn-lt"/>
              </a:rPr>
              <a:t>loại</a:t>
            </a:r>
            <a:r>
              <a:rPr lang="en-US" sz="2000" dirty="0">
                <a:ea typeface="+mn-lt"/>
                <a:cs typeface="+mn-lt"/>
              </a:rPr>
              <a:t>, </a:t>
            </a:r>
            <a:r>
              <a:rPr lang="en-US" sz="2000" dirty="0" err="1">
                <a:ea typeface="+mn-lt"/>
                <a:cs typeface="+mn-lt"/>
              </a:rPr>
              <a:t>phân</a:t>
            </a:r>
            <a:r>
              <a:rPr lang="en-US" sz="2000" dirty="0">
                <a:ea typeface="+mn-lt"/>
                <a:cs typeface="+mn-lt"/>
              </a:rPr>
              <a:t> </a:t>
            </a:r>
            <a:r>
              <a:rPr lang="en-US" sz="2000" dirty="0" err="1">
                <a:ea typeface="+mn-lt"/>
                <a:cs typeface="+mn-lt"/>
              </a:rPr>
              <a:t>biệt</a:t>
            </a:r>
            <a:r>
              <a:rPr lang="en-US" sz="2000" dirty="0">
                <a:ea typeface="+mn-lt"/>
                <a:cs typeface="+mn-lt"/>
              </a:rPr>
              <a:t> hay </a:t>
            </a:r>
            <a:r>
              <a:rPr lang="en-US" sz="2000" dirty="0" err="1">
                <a:ea typeface="+mn-lt"/>
                <a:cs typeface="+mn-lt"/>
              </a:rPr>
              <a:t>đơn</a:t>
            </a:r>
            <a:r>
              <a:rPr lang="en-US" sz="2000" dirty="0">
                <a:ea typeface="+mn-lt"/>
                <a:cs typeface="+mn-lt"/>
              </a:rPr>
              <a:t> </a:t>
            </a:r>
            <a:r>
              <a:rPr lang="en-US" sz="2000" dirty="0" err="1">
                <a:ea typeface="+mn-lt"/>
                <a:cs typeface="+mn-lt"/>
              </a:rPr>
              <a:t>vị</a:t>
            </a:r>
            <a:r>
              <a:rPr lang="en-US" sz="2000" dirty="0">
                <a:ea typeface="+mn-lt"/>
                <a:cs typeface="+mn-lt"/>
              </a:rPr>
              <a:t> </a:t>
            </a:r>
            <a:r>
              <a:rPr lang="en-US" sz="2000" dirty="0" err="1">
                <a:ea typeface="+mn-lt"/>
                <a:cs typeface="+mn-lt"/>
              </a:rPr>
              <a:t>của</a:t>
            </a:r>
            <a:r>
              <a:rPr lang="en-US" sz="2000" dirty="0">
                <a:ea typeface="+mn-lt"/>
                <a:cs typeface="+mn-lt"/>
              </a:rPr>
              <a:t> </a:t>
            </a:r>
            <a:r>
              <a:rPr lang="en-US" sz="2000" dirty="0" err="1">
                <a:ea typeface="+mn-lt"/>
                <a:cs typeface="+mn-lt"/>
              </a:rPr>
              <a:t>dữ</a:t>
            </a:r>
            <a:r>
              <a:rPr lang="en-US" sz="2000" dirty="0">
                <a:ea typeface="+mn-lt"/>
                <a:cs typeface="+mn-lt"/>
              </a:rPr>
              <a:t> </a:t>
            </a:r>
            <a:r>
              <a:rPr lang="en-US" sz="2000" dirty="0" err="1">
                <a:ea typeface="+mn-lt"/>
                <a:cs typeface="+mn-lt"/>
              </a:rPr>
              <a:t>liệu</a:t>
            </a:r>
            <a:r>
              <a:rPr lang="en-US" sz="2000" dirty="0">
                <a:ea typeface="+mn-lt"/>
                <a:cs typeface="+mn-lt"/>
              </a:rPr>
              <a:t> ...</a:t>
            </a:r>
          </a:p>
        </p:txBody>
      </p:sp>
      <p:sp>
        <p:nvSpPr>
          <p:cNvPr id="4" name="Slide Number Placeholder 3">
            <a:extLst>
              <a:ext uri="{FF2B5EF4-FFF2-40B4-BE49-F238E27FC236}">
                <a16:creationId xmlns:a16="http://schemas.microsoft.com/office/drawing/2014/main" id="{DCCA64B3-7CE0-723D-D565-419C7715262A}"/>
              </a:ext>
            </a:extLst>
          </p:cNvPr>
          <p:cNvSpPr>
            <a:spLocks noGrp="1"/>
          </p:cNvSpPr>
          <p:nvPr>
            <p:ph type="sldNum" sz="quarter" idx="12"/>
          </p:nvPr>
        </p:nvSpPr>
        <p:spPr/>
        <p:txBody>
          <a:bodyPr/>
          <a:lstStyle/>
          <a:p>
            <a:fld id="{6A14BA1B-0DF8-9749-BA6B-F4B0BAA32ABF}" type="slidenum">
              <a:rPr lang="en-VN" smtClean="0"/>
              <a:t>2</a:t>
            </a:fld>
            <a:endParaRPr lang="en-VN"/>
          </a:p>
        </p:txBody>
      </p:sp>
      <p:sp>
        <p:nvSpPr>
          <p:cNvPr id="5" name="Footer Placeholder 4">
            <a:extLst>
              <a:ext uri="{FF2B5EF4-FFF2-40B4-BE49-F238E27FC236}">
                <a16:creationId xmlns:a16="http://schemas.microsoft.com/office/drawing/2014/main" id="{6C90303A-D874-C8EF-2CE0-3FCEB903225A}"/>
              </a:ext>
            </a:extLst>
          </p:cNvPr>
          <p:cNvSpPr>
            <a:spLocks noGrp="1"/>
          </p:cNvSpPr>
          <p:nvPr>
            <p:ph type="ftr" sz="quarter" idx="3"/>
          </p:nvPr>
        </p:nvSpPr>
        <p:spPr/>
        <p:txBody>
          <a:bodyPr/>
          <a:lstStyle/>
          <a:p>
            <a:pPr algn="ctr"/>
            <a:r>
              <a:rPr lang="en-VN"/>
              <a:t>AI Programming for Beginners</a:t>
            </a:r>
            <a:endParaRPr lang="en-VN" dirty="0"/>
          </a:p>
        </p:txBody>
      </p:sp>
    </p:spTree>
    <p:extLst>
      <p:ext uri="{BB962C8B-B14F-4D97-AF65-F5344CB8AC3E}">
        <p14:creationId xmlns:p14="http://schemas.microsoft.com/office/powerpoint/2010/main" val="3479222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29D0C-6A4D-0015-9C9A-332AEA66BEF2}"/>
              </a:ext>
            </a:extLst>
          </p:cNvPr>
          <p:cNvSpPr>
            <a:spLocks noGrp="1"/>
          </p:cNvSpPr>
          <p:nvPr>
            <p:ph type="title"/>
          </p:nvPr>
        </p:nvSpPr>
        <p:spPr/>
        <p:txBody>
          <a:bodyPr/>
          <a:lstStyle/>
          <a:p>
            <a:r>
              <a:rPr lang="en-US" dirty="0" err="1"/>
              <a:t>Làm</a:t>
            </a:r>
            <a:r>
              <a:rPr lang="en-US" dirty="0"/>
              <a:t> </a:t>
            </a:r>
            <a:r>
              <a:rPr lang="en-US" dirty="0" err="1"/>
              <a:t>sạch</a:t>
            </a:r>
            <a:r>
              <a:rPr lang="en-US" dirty="0"/>
              <a:t> </a:t>
            </a:r>
            <a:r>
              <a:rPr lang="en-US" dirty="0" err="1"/>
              <a:t>dữ</a:t>
            </a:r>
            <a:r>
              <a:rPr lang="en-US" dirty="0"/>
              <a:t> </a:t>
            </a:r>
            <a:r>
              <a:rPr lang="en-US" dirty="0" err="1"/>
              <a:t>liệu</a:t>
            </a:r>
            <a:endParaRPr lang="en-US" dirty="0"/>
          </a:p>
        </p:txBody>
      </p:sp>
      <p:sp>
        <p:nvSpPr>
          <p:cNvPr id="4" name="Slide Number Placeholder 3">
            <a:extLst>
              <a:ext uri="{FF2B5EF4-FFF2-40B4-BE49-F238E27FC236}">
                <a16:creationId xmlns:a16="http://schemas.microsoft.com/office/drawing/2014/main" id="{D67F2E52-5ACC-D315-3E36-35B5498D7AED}"/>
              </a:ext>
            </a:extLst>
          </p:cNvPr>
          <p:cNvSpPr>
            <a:spLocks noGrp="1"/>
          </p:cNvSpPr>
          <p:nvPr>
            <p:ph type="sldNum" sz="quarter" idx="12"/>
          </p:nvPr>
        </p:nvSpPr>
        <p:spPr/>
        <p:txBody>
          <a:bodyPr/>
          <a:lstStyle/>
          <a:p>
            <a:fld id="{6A14BA1B-0DF8-9749-BA6B-F4B0BAA32ABF}" type="slidenum">
              <a:rPr lang="en-VN" smtClean="0"/>
              <a:t>3</a:t>
            </a:fld>
            <a:endParaRPr lang="en-VN"/>
          </a:p>
        </p:txBody>
      </p:sp>
      <p:sp>
        <p:nvSpPr>
          <p:cNvPr id="5" name="Footer Placeholder 4">
            <a:extLst>
              <a:ext uri="{FF2B5EF4-FFF2-40B4-BE49-F238E27FC236}">
                <a16:creationId xmlns:a16="http://schemas.microsoft.com/office/drawing/2014/main" id="{C3548241-1484-1E52-213D-4706D11AB946}"/>
              </a:ext>
            </a:extLst>
          </p:cNvPr>
          <p:cNvSpPr>
            <a:spLocks noGrp="1"/>
          </p:cNvSpPr>
          <p:nvPr>
            <p:ph type="ftr" sz="quarter" idx="3"/>
          </p:nvPr>
        </p:nvSpPr>
        <p:spPr/>
        <p:txBody>
          <a:bodyPr/>
          <a:lstStyle/>
          <a:p>
            <a:pPr algn="ctr"/>
            <a:r>
              <a:rPr lang="en-VN"/>
              <a:t>AI Programming for Beginners</a:t>
            </a:r>
            <a:endParaRPr lang="en-VN" dirty="0"/>
          </a:p>
        </p:txBody>
      </p:sp>
      <p:sp>
        <p:nvSpPr>
          <p:cNvPr id="8" name="Content Placeholder 7">
            <a:extLst>
              <a:ext uri="{FF2B5EF4-FFF2-40B4-BE49-F238E27FC236}">
                <a16:creationId xmlns:a16="http://schemas.microsoft.com/office/drawing/2014/main" id="{F4F3C9DC-EEF4-C473-8992-2952A5EC7A99}"/>
              </a:ext>
            </a:extLst>
          </p:cNvPr>
          <p:cNvSpPr>
            <a:spLocks noGrp="1"/>
          </p:cNvSpPr>
          <p:nvPr>
            <p:ph idx="1"/>
          </p:nvPr>
        </p:nvSpPr>
        <p:spPr/>
        <p:txBody>
          <a:bodyPr/>
          <a:lstStyle/>
          <a:p>
            <a:r>
              <a:rPr lang="en-US" sz="2400">
                <a:ea typeface="+mn-lt"/>
                <a:cs typeface="+mn-lt"/>
              </a:rPr>
              <a:t>Đây là thủ tục quan trọng gồm ba bước chính:</a:t>
            </a:r>
            <a:endParaRPr lang="en-US" sz="2400">
              <a:solidFill>
                <a:srgbClr val="000000"/>
              </a:solidFill>
              <a:ea typeface="等线"/>
              <a:cs typeface="Calibri"/>
            </a:endParaRPr>
          </a:p>
          <a:p>
            <a:pPr lvl="1" indent="-457200">
              <a:buAutoNum type="arabicPeriod"/>
            </a:pPr>
            <a:r>
              <a:rPr lang="en-US" sz="2000">
                <a:ea typeface="+mn-lt"/>
                <a:cs typeface="+mn-lt"/>
              </a:rPr>
              <a:t>Điền đầy các giá trị bị mất</a:t>
            </a:r>
            <a:endParaRPr lang="en-US" sz="2000">
              <a:ea typeface="等线"/>
              <a:cs typeface="Calibri"/>
            </a:endParaRPr>
          </a:p>
          <a:p>
            <a:pPr lvl="1" indent="-457200">
              <a:buAutoNum type="arabicPeriod"/>
            </a:pPr>
            <a:r>
              <a:rPr lang="en-US" sz="2000">
                <a:ea typeface="+mn-lt"/>
                <a:cs typeface="+mn-lt"/>
              </a:rPr>
              <a:t>Loại nhiễu</a:t>
            </a:r>
            <a:endParaRPr lang="en-US" sz="2000">
              <a:ea typeface="等线"/>
              <a:cs typeface="Calibri"/>
            </a:endParaRPr>
          </a:p>
          <a:p>
            <a:pPr lvl="1" indent="-457200">
              <a:buAutoNum type="arabicPeriod"/>
            </a:pPr>
            <a:r>
              <a:rPr lang="en-US" sz="2000">
                <a:ea typeface="+mn-lt"/>
                <a:cs typeface="+mn-lt"/>
              </a:rPr>
              <a:t>Kiểm tra và sửa tính không nhất quán</a:t>
            </a:r>
            <a:endParaRPr lang="en-US" sz="2000">
              <a:ea typeface="等线"/>
              <a:cs typeface="Calibri"/>
            </a:endParaRPr>
          </a:p>
          <a:p>
            <a:pPr lvl="1" eaLnBrk="1" hangingPunct="1">
              <a:lnSpc>
                <a:spcPct val="120000"/>
              </a:lnSpc>
            </a:pPr>
            <a:r>
              <a:rPr lang="en-US" altLang="en-US" sz="2000" u="sng"/>
              <a:t>incomplete</a:t>
            </a:r>
            <a:r>
              <a:rPr lang="en-US" altLang="en-US" sz="2000"/>
              <a:t>: Thiếu thuộc tính</a:t>
            </a:r>
          </a:p>
          <a:p>
            <a:pPr lvl="2" eaLnBrk="1" hangingPunct="1">
              <a:lnSpc>
                <a:spcPct val="110000"/>
              </a:lnSpc>
            </a:pPr>
            <a:r>
              <a:rPr lang="en-US" altLang="en-US" sz="2000"/>
              <a:t>e.g., </a:t>
            </a:r>
            <a:r>
              <a:rPr lang="en-US" altLang="en-US" sz="2000" i="1"/>
              <a:t>Occupation</a:t>
            </a:r>
            <a:r>
              <a:rPr lang="en-US" altLang="en-US" sz="2000"/>
              <a:t>=“ ” (missing data)</a:t>
            </a:r>
          </a:p>
          <a:p>
            <a:pPr lvl="1" eaLnBrk="1" hangingPunct="1">
              <a:lnSpc>
                <a:spcPct val="110000"/>
              </a:lnSpc>
            </a:pPr>
            <a:r>
              <a:rPr lang="en-US" altLang="en-US" sz="2000" u="sng"/>
              <a:t>noisy</a:t>
            </a:r>
            <a:r>
              <a:rPr lang="en-US" altLang="en-US" sz="2000"/>
              <a:t>: Chứa noise, errors, or outliers</a:t>
            </a:r>
          </a:p>
          <a:p>
            <a:pPr lvl="2" eaLnBrk="1" hangingPunct="1">
              <a:lnSpc>
                <a:spcPct val="110000"/>
              </a:lnSpc>
            </a:pPr>
            <a:r>
              <a:rPr lang="en-US" altLang="en-US" sz="2000"/>
              <a:t>e.g., </a:t>
            </a:r>
            <a:r>
              <a:rPr lang="en-US" altLang="en-US" sz="2000" i="1"/>
              <a:t>Salary</a:t>
            </a:r>
            <a:r>
              <a:rPr lang="en-US" altLang="en-US" sz="2000"/>
              <a:t>=“</a:t>
            </a:r>
            <a:r>
              <a:rPr lang="en-US" altLang="en-US" sz="2000">
                <a:cs typeface="Tahoma" panose="020B0604030504040204" pitchFamily="34" charset="0"/>
              </a:rPr>
              <a:t>−</a:t>
            </a:r>
            <a:r>
              <a:rPr lang="en-US" altLang="en-US" sz="2000"/>
              <a:t>10” (an error)</a:t>
            </a:r>
          </a:p>
          <a:p>
            <a:pPr lvl="1" eaLnBrk="1" hangingPunct="1">
              <a:lnSpc>
                <a:spcPct val="110000"/>
              </a:lnSpc>
            </a:pPr>
            <a:r>
              <a:rPr lang="en-US" altLang="en-US" sz="2000" u="sng"/>
              <a:t>inconsistent</a:t>
            </a:r>
            <a:r>
              <a:rPr lang="en-US" altLang="en-US" sz="2000"/>
              <a:t>: Chứa dữ liệu khác nhau của cùng codes hoặc names, e.g.,</a:t>
            </a:r>
          </a:p>
          <a:p>
            <a:pPr lvl="2" eaLnBrk="1" hangingPunct="1">
              <a:lnSpc>
                <a:spcPct val="110000"/>
              </a:lnSpc>
            </a:pPr>
            <a:r>
              <a:rPr lang="en-US" altLang="en-US" sz="2000" i="1"/>
              <a:t>Age</a:t>
            </a:r>
            <a:r>
              <a:rPr lang="en-US" altLang="en-US" sz="2000"/>
              <a:t>=“42”, </a:t>
            </a:r>
            <a:r>
              <a:rPr lang="en-US" altLang="en-US" sz="2000" i="1"/>
              <a:t>Birthday</a:t>
            </a:r>
            <a:r>
              <a:rPr lang="en-US" altLang="en-US" sz="2000"/>
              <a:t>=“03/07/2010”</a:t>
            </a:r>
          </a:p>
          <a:p>
            <a:pPr lvl="2" eaLnBrk="1" hangingPunct="1">
              <a:lnSpc>
                <a:spcPct val="110000"/>
              </a:lnSpc>
            </a:pPr>
            <a:r>
              <a:rPr lang="en-US" altLang="en-US" sz="2000"/>
              <a:t>Was rating “1, 2, 3”, now rating “A, B, C”</a:t>
            </a:r>
          </a:p>
          <a:p>
            <a:pPr lvl="2" eaLnBrk="1" hangingPunct="1">
              <a:lnSpc>
                <a:spcPct val="110000"/>
              </a:lnSpc>
            </a:pPr>
            <a:r>
              <a:rPr lang="en-US" altLang="en-US" sz="2000"/>
              <a:t>discrepancy between duplicate records</a:t>
            </a:r>
          </a:p>
          <a:p>
            <a:endParaRPr lang="en-US"/>
          </a:p>
        </p:txBody>
      </p:sp>
    </p:spTree>
    <p:extLst>
      <p:ext uri="{BB962C8B-B14F-4D97-AF65-F5344CB8AC3E}">
        <p14:creationId xmlns:p14="http://schemas.microsoft.com/office/powerpoint/2010/main" val="13289850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05F9-2BA1-CB13-38E1-EB58650F69AD}"/>
              </a:ext>
            </a:extLst>
          </p:cNvPr>
          <p:cNvSpPr>
            <a:spLocks noGrp="1"/>
          </p:cNvSpPr>
          <p:nvPr>
            <p:ph type="title"/>
          </p:nvPr>
        </p:nvSpPr>
        <p:spPr/>
        <p:txBody>
          <a:bodyPr/>
          <a:lstStyle/>
          <a:p>
            <a:r>
              <a:rPr lang="en-US" dirty="0" err="1"/>
              <a:t>Làm</a:t>
            </a:r>
            <a:r>
              <a:rPr lang="en-US" dirty="0"/>
              <a:t> </a:t>
            </a:r>
            <a:r>
              <a:rPr lang="en-US" dirty="0" err="1"/>
              <a:t>sạch</a:t>
            </a:r>
            <a:r>
              <a:rPr lang="en-US" dirty="0"/>
              <a:t> </a:t>
            </a:r>
            <a:r>
              <a:rPr lang="en-US" dirty="0" err="1"/>
              <a:t>dữ</a:t>
            </a:r>
            <a:r>
              <a:rPr lang="en-US" dirty="0"/>
              <a:t> </a:t>
            </a:r>
            <a:r>
              <a:rPr lang="en-US" dirty="0" err="1"/>
              <a:t>liệu</a:t>
            </a:r>
            <a:endParaRPr lang="en-US" dirty="0"/>
          </a:p>
        </p:txBody>
      </p:sp>
      <p:sp>
        <p:nvSpPr>
          <p:cNvPr id="3" name="Content Placeholder 2">
            <a:extLst>
              <a:ext uri="{FF2B5EF4-FFF2-40B4-BE49-F238E27FC236}">
                <a16:creationId xmlns:a16="http://schemas.microsoft.com/office/drawing/2014/main" id="{A0489FFE-BE38-9D86-33FC-4C4FF15C2D5A}"/>
              </a:ext>
            </a:extLst>
          </p:cNvPr>
          <p:cNvSpPr>
            <a:spLocks noGrp="1"/>
          </p:cNvSpPr>
          <p:nvPr>
            <p:ph idx="1"/>
          </p:nvPr>
        </p:nvSpPr>
        <p:spPr/>
        <p:txBody>
          <a:bodyPr/>
          <a:lstStyle/>
          <a:p>
            <a:r>
              <a:rPr lang="en-US" sz="2400" b="1">
                <a:solidFill>
                  <a:srgbClr val="00B0F0"/>
                </a:solidFill>
                <a:ea typeface="+mn-lt"/>
                <a:cs typeface="+mn-lt"/>
              </a:rPr>
              <a:t>Bước 1</a:t>
            </a:r>
            <a:r>
              <a:rPr lang="en-US" sz="2400">
                <a:ea typeface="+mn-lt"/>
                <a:cs typeface="+mn-lt"/>
              </a:rPr>
              <a:t>: Điền đầy các giá trị bị mất, có thể chọn một trong các phương pháp</a:t>
            </a:r>
            <a:endParaRPr lang="en-US" sz="2400">
              <a:ea typeface="等线"/>
              <a:cs typeface="Calibri"/>
            </a:endParaRPr>
          </a:p>
          <a:p>
            <a:pPr lvl="1" indent="-457200"/>
            <a:r>
              <a:rPr lang="en-US" sz="2000">
                <a:ea typeface="+mn-lt"/>
                <a:cs typeface="+mn-lt"/>
              </a:rPr>
              <a:t>Bỏ không xét đến bộ dữ liệu bị mất giá trị</a:t>
            </a:r>
            <a:endParaRPr lang="en-US" sz="2000">
              <a:ea typeface="等线"/>
              <a:cs typeface="Calibri"/>
            </a:endParaRPr>
          </a:p>
          <a:p>
            <a:pPr lvl="1" indent="-457200"/>
            <a:r>
              <a:rPr lang="en-US" sz="2000">
                <a:ea typeface="+mn-lt"/>
                <a:cs typeface="+mn-lt"/>
              </a:rPr>
              <a:t>Điền lại giá trị bằng tay</a:t>
            </a:r>
            <a:endParaRPr lang="en-US" sz="2000">
              <a:ea typeface="等线"/>
              <a:cs typeface="Calibri"/>
            </a:endParaRPr>
          </a:p>
          <a:p>
            <a:pPr lvl="1" indent="-457200"/>
            <a:r>
              <a:rPr lang="en-US" sz="2000">
                <a:ea typeface="+mn-lt"/>
                <a:cs typeface="+mn-lt"/>
              </a:rPr>
              <a:t>Gán cho giá trị nhãn đặc biệt hay ngoài khoảng biểu diễn</a:t>
            </a:r>
            <a:endParaRPr lang="en-US" sz="2000">
              <a:ea typeface="等线"/>
              <a:cs typeface="Calibri"/>
            </a:endParaRPr>
          </a:p>
          <a:p>
            <a:pPr lvl="1" indent="-457200"/>
            <a:r>
              <a:rPr lang="en-US" sz="2000">
                <a:ea typeface="+mn-lt"/>
                <a:cs typeface="+mn-lt"/>
              </a:rPr>
              <a:t>Gán giá trị trung bình cho nó.</a:t>
            </a:r>
            <a:endParaRPr lang="en-US" sz="2000">
              <a:ea typeface="等线"/>
              <a:cs typeface="Calibri"/>
            </a:endParaRPr>
          </a:p>
          <a:p>
            <a:pPr lvl="1" indent="-457200"/>
            <a:r>
              <a:rPr lang="en-US" sz="2000">
                <a:ea typeface="+mn-lt"/>
                <a:cs typeface="+mn-lt"/>
              </a:rPr>
              <a:t>Gán giá trị trung bình của các mẫu khác thuộc cùng lớp đó.</a:t>
            </a:r>
            <a:endParaRPr lang="en-US" sz="2000">
              <a:ea typeface="等线"/>
              <a:cs typeface="Calibri"/>
            </a:endParaRPr>
          </a:p>
          <a:p>
            <a:pPr lvl="1" indent="-457200"/>
            <a:r>
              <a:rPr lang="en-US" sz="2000">
                <a:ea typeface="+mn-lt"/>
                <a:cs typeface="+mn-lt"/>
              </a:rPr>
              <a:t>Sử dụng các mô hình học máy (</a:t>
            </a:r>
            <a:r>
              <a:rPr lang="en-US" sz="2000">
                <a:solidFill>
                  <a:srgbClr val="FF0000"/>
                </a:solidFill>
                <a:ea typeface="+mn-lt"/>
                <a:cs typeface="+mn-lt"/>
              </a:rPr>
              <a:t>sẽ học ở các bài sau</a:t>
            </a:r>
            <a:r>
              <a:rPr lang="en-US" sz="2000">
                <a:ea typeface="+mn-lt"/>
                <a:cs typeface="+mn-lt"/>
              </a:rPr>
              <a:t>)</a:t>
            </a:r>
            <a:endParaRPr lang="en-US" sz="2000">
              <a:cs typeface="Calibri" panose="020F0502020204030204"/>
            </a:endParaRPr>
          </a:p>
          <a:p>
            <a:endParaRPr lang="en-US"/>
          </a:p>
        </p:txBody>
      </p:sp>
      <p:sp>
        <p:nvSpPr>
          <p:cNvPr id="4" name="Slide Number Placeholder 3">
            <a:extLst>
              <a:ext uri="{FF2B5EF4-FFF2-40B4-BE49-F238E27FC236}">
                <a16:creationId xmlns:a16="http://schemas.microsoft.com/office/drawing/2014/main" id="{F33C7B2D-D7D5-B735-D519-A12DB4F46CAA}"/>
              </a:ext>
            </a:extLst>
          </p:cNvPr>
          <p:cNvSpPr>
            <a:spLocks noGrp="1"/>
          </p:cNvSpPr>
          <p:nvPr>
            <p:ph type="sldNum" sz="quarter" idx="12"/>
          </p:nvPr>
        </p:nvSpPr>
        <p:spPr/>
        <p:txBody>
          <a:bodyPr/>
          <a:lstStyle/>
          <a:p>
            <a:fld id="{6A14BA1B-0DF8-9749-BA6B-F4B0BAA32ABF}" type="slidenum">
              <a:rPr lang="en-VN" smtClean="0"/>
              <a:t>4</a:t>
            </a:fld>
            <a:endParaRPr lang="en-VN"/>
          </a:p>
        </p:txBody>
      </p:sp>
      <p:sp>
        <p:nvSpPr>
          <p:cNvPr id="5" name="Footer Placeholder 4">
            <a:extLst>
              <a:ext uri="{FF2B5EF4-FFF2-40B4-BE49-F238E27FC236}">
                <a16:creationId xmlns:a16="http://schemas.microsoft.com/office/drawing/2014/main" id="{D8D25FB0-3AC5-E15E-4248-66E00FAFFCC6}"/>
              </a:ext>
            </a:extLst>
          </p:cNvPr>
          <p:cNvSpPr>
            <a:spLocks noGrp="1"/>
          </p:cNvSpPr>
          <p:nvPr>
            <p:ph type="ftr" sz="quarter" idx="3"/>
          </p:nvPr>
        </p:nvSpPr>
        <p:spPr/>
        <p:txBody>
          <a:bodyPr/>
          <a:lstStyle/>
          <a:p>
            <a:pPr algn="ctr"/>
            <a:r>
              <a:rPr lang="en-VN"/>
              <a:t>AI Programming for Beginners</a:t>
            </a:r>
            <a:endParaRPr lang="en-VN" dirty="0"/>
          </a:p>
        </p:txBody>
      </p:sp>
    </p:spTree>
    <p:extLst>
      <p:ext uri="{BB962C8B-B14F-4D97-AF65-F5344CB8AC3E}">
        <p14:creationId xmlns:p14="http://schemas.microsoft.com/office/powerpoint/2010/main" val="3980411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37C8B-2413-7250-B796-AB46826D89C6}"/>
              </a:ext>
            </a:extLst>
          </p:cNvPr>
          <p:cNvSpPr>
            <a:spLocks noGrp="1"/>
          </p:cNvSpPr>
          <p:nvPr>
            <p:ph type="title"/>
          </p:nvPr>
        </p:nvSpPr>
        <p:spPr/>
        <p:txBody>
          <a:bodyPr/>
          <a:lstStyle/>
          <a:p>
            <a:r>
              <a:rPr lang="en-US"/>
              <a:t>Làm sạch bằng phân loại và hồi quy</a:t>
            </a:r>
          </a:p>
        </p:txBody>
      </p:sp>
      <p:sp>
        <p:nvSpPr>
          <p:cNvPr id="4" name="Slide Number Placeholder 3">
            <a:extLst>
              <a:ext uri="{FF2B5EF4-FFF2-40B4-BE49-F238E27FC236}">
                <a16:creationId xmlns:a16="http://schemas.microsoft.com/office/drawing/2014/main" id="{299D2E5E-49D0-F477-491F-BA0670E12073}"/>
              </a:ext>
            </a:extLst>
          </p:cNvPr>
          <p:cNvSpPr>
            <a:spLocks noGrp="1"/>
          </p:cNvSpPr>
          <p:nvPr>
            <p:ph type="sldNum" sz="quarter" idx="12"/>
          </p:nvPr>
        </p:nvSpPr>
        <p:spPr/>
        <p:txBody>
          <a:bodyPr/>
          <a:lstStyle/>
          <a:p>
            <a:fld id="{6A14BA1B-0DF8-9749-BA6B-F4B0BAA32ABF}" type="slidenum">
              <a:rPr lang="en-VN" smtClean="0"/>
              <a:t>5</a:t>
            </a:fld>
            <a:endParaRPr lang="en-VN"/>
          </a:p>
        </p:txBody>
      </p:sp>
      <p:sp>
        <p:nvSpPr>
          <p:cNvPr id="5" name="Footer Placeholder 4">
            <a:extLst>
              <a:ext uri="{FF2B5EF4-FFF2-40B4-BE49-F238E27FC236}">
                <a16:creationId xmlns:a16="http://schemas.microsoft.com/office/drawing/2014/main" id="{C733B131-10DA-788D-9153-EA7C9EAE55EA}"/>
              </a:ext>
            </a:extLst>
          </p:cNvPr>
          <p:cNvSpPr>
            <a:spLocks noGrp="1"/>
          </p:cNvSpPr>
          <p:nvPr>
            <p:ph type="ftr" sz="quarter" idx="3"/>
          </p:nvPr>
        </p:nvSpPr>
        <p:spPr/>
        <p:txBody>
          <a:bodyPr/>
          <a:lstStyle/>
          <a:p>
            <a:pPr algn="ctr"/>
            <a:r>
              <a:rPr lang="en-VN"/>
              <a:t>AI Programming for Beginners</a:t>
            </a:r>
            <a:endParaRPr lang="en-VN" dirty="0"/>
          </a:p>
        </p:txBody>
      </p:sp>
      <p:grpSp>
        <p:nvGrpSpPr>
          <p:cNvPr id="6" name="Group 5">
            <a:extLst>
              <a:ext uri="{FF2B5EF4-FFF2-40B4-BE49-F238E27FC236}">
                <a16:creationId xmlns:a16="http://schemas.microsoft.com/office/drawing/2014/main" id="{E7857AC5-62D3-7CC0-57CD-E598D7C32839}"/>
              </a:ext>
            </a:extLst>
          </p:cNvPr>
          <p:cNvGrpSpPr/>
          <p:nvPr/>
        </p:nvGrpSpPr>
        <p:grpSpPr>
          <a:xfrm>
            <a:off x="1295400" y="1750796"/>
            <a:ext cx="4301837" cy="3638622"/>
            <a:chOff x="1631950" y="2251075"/>
            <a:chExt cx="6016625" cy="4113213"/>
          </a:xfrm>
        </p:grpSpPr>
        <p:sp>
          <p:nvSpPr>
            <p:cNvPr id="7" name="AutoShape 3">
              <a:extLst>
                <a:ext uri="{FF2B5EF4-FFF2-40B4-BE49-F238E27FC236}">
                  <a16:creationId xmlns:a16="http://schemas.microsoft.com/office/drawing/2014/main" id="{8F276D7D-4947-8F79-E8C9-2E363768088A}"/>
                </a:ext>
              </a:extLst>
            </p:cNvPr>
            <p:cNvSpPr>
              <a:spLocks noChangeArrowheads="1"/>
            </p:cNvSpPr>
            <p:nvPr/>
          </p:nvSpPr>
          <p:spPr bwMode="auto">
            <a:xfrm>
              <a:off x="6697663" y="5761038"/>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AutoShape 4">
              <a:extLst>
                <a:ext uri="{FF2B5EF4-FFF2-40B4-BE49-F238E27FC236}">
                  <a16:creationId xmlns:a16="http://schemas.microsoft.com/office/drawing/2014/main" id="{EB4C6318-8535-71FE-CC20-A30A573AC1CB}"/>
                </a:ext>
              </a:extLst>
            </p:cNvPr>
            <p:cNvSpPr>
              <a:spLocks noChangeArrowheads="1"/>
            </p:cNvSpPr>
            <p:nvPr/>
          </p:nvSpPr>
          <p:spPr bwMode="auto">
            <a:xfrm>
              <a:off x="3776663" y="5940425"/>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 name="AutoShape 5">
              <a:extLst>
                <a:ext uri="{FF2B5EF4-FFF2-40B4-BE49-F238E27FC236}">
                  <a16:creationId xmlns:a16="http://schemas.microsoft.com/office/drawing/2014/main" id="{1F765600-B24D-1A18-8F3E-992743DDFE23}"/>
                </a:ext>
              </a:extLst>
            </p:cNvPr>
            <p:cNvSpPr>
              <a:spLocks noChangeArrowheads="1"/>
            </p:cNvSpPr>
            <p:nvPr/>
          </p:nvSpPr>
          <p:spPr bwMode="auto">
            <a:xfrm>
              <a:off x="7075488" y="2514600"/>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10" name="Group 15">
              <a:extLst>
                <a:ext uri="{FF2B5EF4-FFF2-40B4-BE49-F238E27FC236}">
                  <a16:creationId xmlns:a16="http://schemas.microsoft.com/office/drawing/2014/main" id="{148CFBE9-7DCA-0559-7DD3-E12D518B4DEE}"/>
                </a:ext>
              </a:extLst>
            </p:cNvPr>
            <p:cNvGrpSpPr>
              <a:grpSpLocks/>
            </p:cNvGrpSpPr>
            <p:nvPr/>
          </p:nvGrpSpPr>
          <p:grpSpPr bwMode="auto">
            <a:xfrm>
              <a:off x="1631950" y="2251075"/>
              <a:ext cx="6016625" cy="4113213"/>
              <a:chOff x="1028" y="1418"/>
              <a:chExt cx="3790" cy="2591"/>
            </a:xfrm>
          </p:grpSpPr>
          <p:sp>
            <p:nvSpPr>
              <p:cNvPr id="11" name="AutoShape 16">
                <a:extLst>
                  <a:ext uri="{FF2B5EF4-FFF2-40B4-BE49-F238E27FC236}">
                    <a16:creationId xmlns:a16="http://schemas.microsoft.com/office/drawing/2014/main" id="{5E988B15-FF34-480D-C59C-AB659DFA88ED}"/>
                  </a:ext>
                </a:extLst>
              </p:cNvPr>
              <p:cNvSpPr>
                <a:spLocks noChangeArrowheads="1"/>
              </p:cNvSpPr>
              <p:nvPr/>
            </p:nvSpPr>
            <p:spPr bwMode="auto">
              <a:xfrm>
                <a:off x="1755" y="273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 name="AutoShape 17">
                <a:extLst>
                  <a:ext uri="{FF2B5EF4-FFF2-40B4-BE49-F238E27FC236}">
                    <a16:creationId xmlns:a16="http://schemas.microsoft.com/office/drawing/2014/main" id="{F2DB001F-48FA-52A1-76EE-D92FC3B7AED8}"/>
                  </a:ext>
                </a:extLst>
              </p:cNvPr>
              <p:cNvSpPr>
                <a:spLocks noChangeArrowheads="1"/>
              </p:cNvSpPr>
              <p:nvPr/>
            </p:nvSpPr>
            <p:spPr bwMode="auto">
              <a:xfrm>
                <a:off x="1633" y="2615"/>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3" name="AutoShape 18">
                <a:extLst>
                  <a:ext uri="{FF2B5EF4-FFF2-40B4-BE49-F238E27FC236}">
                    <a16:creationId xmlns:a16="http://schemas.microsoft.com/office/drawing/2014/main" id="{B3DF38E5-6942-89E7-E0B0-FE54592C018D}"/>
                  </a:ext>
                </a:extLst>
              </p:cNvPr>
              <p:cNvSpPr>
                <a:spLocks noChangeArrowheads="1"/>
              </p:cNvSpPr>
              <p:nvPr/>
            </p:nvSpPr>
            <p:spPr bwMode="auto">
              <a:xfrm>
                <a:off x="1948" y="263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4" name="AutoShape 19">
                <a:extLst>
                  <a:ext uri="{FF2B5EF4-FFF2-40B4-BE49-F238E27FC236}">
                    <a16:creationId xmlns:a16="http://schemas.microsoft.com/office/drawing/2014/main" id="{B937C1B5-DE06-691F-8579-E68AA6086A59}"/>
                  </a:ext>
                </a:extLst>
              </p:cNvPr>
              <p:cNvSpPr>
                <a:spLocks noChangeArrowheads="1"/>
              </p:cNvSpPr>
              <p:nvPr/>
            </p:nvSpPr>
            <p:spPr bwMode="auto">
              <a:xfrm>
                <a:off x="1797" y="24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AutoShape 20">
                <a:extLst>
                  <a:ext uri="{FF2B5EF4-FFF2-40B4-BE49-F238E27FC236}">
                    <a16:creationId xmlns:a16="http://schemas.microsoft.com/office/drawing/2014/main" id="{04360BCC-52D4-E2BD-2A22-7E99F265B283}"/>
                  </a:ext>
                </a:extLst>
              </p:cNvPr>
              <p:cNvSpPr>
                <a:spLocks noChangeArrowheads="1"/>
              </p:cNvSpPr>
              <p:nvPr/>
            </p:nvSpPr>
            <p:spPr bwMode="auto">
              <a:xfrm>
                <a:off x="1575" y="27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AutoShape 21">
                <a:extLst>
                  <a:ext uri="{FF2B5EF4-FFF2-40B4-BE49-F238E27FC236}">
                    <a16:creationId xmlns:a16="http://schemas.microsoft.com/office/drawing/2014/main" id="{6324E198-D672-87DA-077D-D6E85394D44B}"/>
                  </a:ext>
                </a:extLst>
              </p:cNvPr>
              <p:cNvSpPr>
                <a:spLocks noChangeArrowheads="1"/>
              </p:cNvSpPr>
              <p:nvPr/>
            </p:nvSpPr>
            <p:spPr bwMode="auto">
              <a:xfrm>
                <a:off x="1662" y="246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AutoShape 22">
                <a:extLst>
                  <a:ext uri="{FF2B5EF4-FFF2-40B4-BE49-F238E27FC236}">
                    <a16:creationId xmlns:a16="http://schemas.microsoft.com/office/drawing/2014/main" id="{0A366373-55E7-F2A4-471F-90C74E11680F}"/>
                  </a:ext>
                </a:extLst>
              </p:cNvPr>
              <p:cNvSpPr>
                <a:spLocks noChangeArrowheads="1"/>
              </p:cNvSpPr>
              <p:nvPr/>
            </p:nvSpPr>
            <p:spPr bwMode="auto">
              <a:xfrm>
                <a:off x="3169" y="212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AutoShape 23">
                <a:extLst>
                  <a:ext uri="{FF2B5EF4-FFF2-40B4-BE49-F238E27FC236}">
                    <a16:creationId xmlns:a16="http://schemas.microsoft.com/office/drawing/2014/main" id="{5ACCCFE5-C1C1-504A-2D0F-AF445605EADB}"/>
                  </a:ext>
                </a:extLst>
              </p:cNvPr>
              <p:cNvSpPr>
                <a:spLocks noChangeArrowheads="1"/>
              </p:cNvSpPr>
              <p:nvPr/>
            </p:nvSpPr>
            <p:spPr bwMode="auto">
              <a:xfrm>
                <a:off x="3100" y="252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AutoShape 24">
                <a:extLst>
                  <a:ext uri="{FF2B5EF4-FFF2-40B4-BE49-F238E27FC236}">
                    <a16:creationId xmlns:a16="http://schemas.microsoft.com/office/drawing/2014/main" id="{E0CFBADD-F877-7830-2228-503D89830FEE}"/>
                  </a:ext>
                </a:extLst>
              </p:cNvPr>
              <p:cNvSpPr>
                <a:spLocks noChangeArrowheads="1"/>
              </p:cNvSpPr>
              <p:nvPr/>
            </p:nvSpPr>
            <p:spPr bwMode="auto">
              <a:xfrm>
                <a:off x="3333" y="229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AutoShape 25">
                <a:extLst>
                  <a:ext uri="{FF2B5EF4-FFF2-40B4-BE49-F238E27FC236}">
                    <a16:creationId xmlns:a16="http://schemas.microsoft.com/office/drawing/2014/main" id="{06042A74-A004-5383-5222-FB89D0340A84}"/>
                  </a:ext>
                </a:extLst>
              </p:cNvPr>
              <p:cNvSpPr>
                <a:spLocks noChangeArrowheads="1"/>
              </p:cNvSpPr>
              <p:nvPr/>
            </p:nvSpPr>
            <p:spPr bwMode="auto">
              <a:xfrm>
                <a:off x="3010" y="2339"/>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AutoShape 26">
                <a:extLst>
                  <a:ext uri="{FF2B5EF4-FFF2-40B4-BE49-F238E27FC236}">
                    <a16:creationId xmlns:a16="http://schemas.microsoft.com/office/drawing/2014/main" id="{E7FFCEF4-4D79-A199-36D4-A323B9763E21}"/>
                  </a:ext>
                </a:extLst>
              </p:cNvPr>
              <p:cNvSpPr>
                <a:spLocks noChangeArrowheads="1"/>
              </p:cNvSpPr>
              <p:nvPr/>
            </p:nvSpPr>
            <p:spPr bwMode="auto">
              <a:xfrm>
                <a:off x="3706" y="237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AutoShape 27">
                <a:extLst>
                  <a:ext uri="{FF2B5EF4-FFF2-40B4-BE49-F238E27FC236}">
                    <a16:creationId xmlns:a16="http://schemas.microsoft.com/office/drawing/2014/main" id="{03095D37-0671-8CC6-1F98-852E5A21F185}"/>
                  </a:ext>
                </a:extLst>
              </p:cNvPr>
              <p:cNvSpPr>
                <a:spLocks noChangeArrowheads="1"/>
              </p:cNvSpPr>
              <p:nvPr/>
            </p:nvSpPr>
            <p:spPr bwMode="auto">
              <a:xfrm>
                <a:off x="3594" y="256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Rectangle 28">
                <a:extLst>
                  <a:ext uri="{FF2B5EF4-FFF2-40B4-BE49-F238E27FC236}">
                    <a16:creationId xmlns:a16="http://schemas.microsoft.com/office/drawing/2014/main" id="{0FC06618-57CC-CAEE-F386-DF96FF55488F}"/>
                  </a:ext>
                </a:extLst>
              </p:cNvPr>
              <p:cNvSpPr>
                <a:spLocks noChangeArrowheads="1"/>
              </p:cNvSpPr>
              <p:nvPr/>
            </p:nvSpPr>
            <p:spPr bwMode="auto">
              <a:xfrm>
                <a:off x="1028" y="1418"/>
                <a:ext cx="3790" cy="259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AutoShape 29">
                <a:extLst>
                  <a:ext uri="{FF2B5EF4-FFF2-40B4-BE49-F238E27FC236}">
                    <a16:creationId xmlns:a16="http://schemas.microsoft.com/office/drawing/2014/main" id="{DED74796-4EB9-4FCC-9DA5-E688E0D30D2B}"/>
                  </a:ext>
                </a:extLst>
              </p:cNvPr>
              <p:cNvSpPr>
                <a:spLocks noChangeArrowheads="1"/>
              </p:cNvSpPr>
              <p:nvPr/>
            </p:nvSpPr>
            <p:spPr bwMode="auto">
              <a:xfrm>
                <a:off x="1963" y="28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5" name="AutoShape 30">
                <a:extLst>
                  <a:ext uri="{FF2B5EF4-FFF2-40B4-BE49-F238E27FC236}">
                    <a16:creationId xmlns:a16="http://schemas.microsoft.com/office/drawing/2014/main" id="{04DBBC98-E817-8DCD-DD8D-157F2E1C6943}"/>
                  </a:ext>
                </a:extLst>
              </p:cNvPr>
              <p:cNvSpPr>
                <a:spLocks noChangeArrowheads="1"/>
              </p:cNvSpPr>
              <p:nvPr/>
            </p:nvSpPr>
            <p:spPr bwMode="auto">
              <a:xfrm>
                <a:off x="2359" y="285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 name="AutoShape 31">
                <a:extLst>
                  <a:ext uri="{FF2B5EF4-FFF2-40B4-BE49-F238E27FC236}">
                    <a16:creationId xmlns:a16="http://schemas.microsoft.com/office/drawing/2014/main" id="{D30AF64D-DEE1-68BC-A561-450F1B9B03CE}"/>
                  </a:ext>
                </a:extLst>
              </p:cNvPr>
              <p:cNvSpPr>
                <a:spLocks noChangeArrowheads="1"/>
              </p:cNvSpPr>
              <p:nvPr/>
            </p:nvSpPr>
            <p:spPr bwMode="auto">
              <a:xfrm>
                <a:off x="3380" y="26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AutoShape 32">
                <a:extLst>
                  <a:ext uri="{FF2B5EF4-FFF2-40B4-BE49-F238E27FC236}">
                    <a16:creationId xmlns:a16="http://schemas.microsoft.com/office/drawing/2014/main" id="{A3AE8BB3-F56D-7486-DFA0-F2674D7C946C}"/>
                  </a:ext>
                </a:extLst>
              </p:cNvPr>
              <p:cNvSpPr>
                <a:spLocks noChangeArrowheads="1"/>
              </p:cNvSpPr>
              <p:nvPr/>
            </p:nvSpPr>
            <p:spPr bwMode="auto">
              <a:xfrm>
                <a:off x="2819" y="29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AutoShape 33">
                <a:extLst>
                  <a:ext uri="{FF2B5EF4-FFF2-40B4-BE49-F238E27FC236}">
                    <a16:creationId xmlns:a16="http://schemas.microsoft.com/office/drawing/2014/main" id="{545FBE11-EBD1-3476-4136-91D8455332F9}"/>
                  </a:ext>
                </a:extLst>
              </p:cNvPr>
              <p:cNvSpPr>
                <a:spLocks noChangeArrowheads="1"/>
              </p:cNvSpPr>
              <p:nvPr/>
            </p:nvSpPr>
            <p:spPr bwMode="auto">
              <a:xfrm>
                <a:off x="2651" y="32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 name="AutoShape 34">
                <a:extLst>
                  <a:ext uri="{FF2B5EF4-FFF2-40B4-BE49-F238E27FC236}">
                    <a16:creationId xmlns:a16="http://schemas.microsoft.com/office/drawing/2014/main" id="{C8A24896-232F-3B23-BB34-2D47631E89D2}"/>
                  </a:ext>
                </a:extLst>
              </p:cNvPr>
              <p:cNvSpPr>
                <a:spLocks noChangeArrowheads="1"/>
              </p:cNvSpPr>
              <p:nvPr/>
            </p:nvSpPr>
            <p:spPr bwMode="auto">
              <a:xfrm>
                <a:off x="2746" y="311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 name="AutoShape 35">
                <a:extLst>
                  <a:ext uri="{FF2B5EF4-FFF2-40B4-BE49-F238E27FC236}">
                    <a16:creationId xmlns:a16="http://schemas.microsoft.com/office/drawing/2014/main" id="{96CD9E93-42A8-E2D9-AFA4-BD0323CE2508}"/>
                  </a:ext>
                </a:extLst>
              </p:cNvPr>
              <p:cNvSpPr>
                <a:spLocks noChangeArrowheads="1"/>
              </p:cNvSpPr>
              <p:nvPr/>
            </p:nvSpPr>
            <p:spPr bwMode="auto">
              <a:xfrm>
                <a:off x="2070" y="24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1" name="AutoShape 36">
                <a:extLst>
                  <a:ext uri="{FF2B5EF4-FFF2-40B4-BE49-F238E27FC236}">
                    <a16:creationId xmlns:a16="http://schemas.microsoft.com/office/drawing/2014/main" id="{4E93D3BC-C028-BEB7-CDC5-B92D5DA25D84}"/>
                  </a:ext>
                </a:extLst>
              </p:cNvPr>
              <p:cNvSpPr>
                <a:spLocks noChangeArrowheads="1"/>
              </p:cNvSpPr>
              <p:nvPr/>
            </p:nvSpPr>
            <p:spPr bwMode="auto">
              <a:xfrm>
                <a:off x="2466" y="30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2" name="AutoShape 37">
                <a:extLst>
                  <a:ext uri="{FF2B5EF4-FFF2-40B4-BE49-F238E27FC236}">
                    <a16:creationId xmlns:a16="http://schemas.microsoft.com/office/drawing/2014/main" id="{8FF7B1EA-4923-6E3D-E7F9-1C04D5024B1E}"/>
                  </a:ext>
                </a:extLst>
              </p:cNvPr>
              <p:cNvSpPr>
                <a:spLocks noChangeArrowheads="1"/>
              </p:cNvSpPr>
              <p:nvPr/>
            </p:nvSpPr>
            <p:spPr bwMode="auto">
              <a:xfrm>
                <a:off x="2462" y="320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3" name="AutoShape 38">
                <a:extLst>
                  <a:ext uri="{FF2B5EF4-FFF2-40B4-BE49-F238E27FC236}">
                    <a16:creationId xmlns:a16="http://schemas.microsoft.com/office/drawing/2014/main" id="{92023C47-4DC9-CBDB-2E5A-41A0431D15A9}"/>
                  </a:ext>
                </a:extLst>
              </p:cNvPr>
              <p:cNvSpPr>
                <a:spLocks noChangeArrowheads="1"/>
              </p:cNvSpPr>
              <p:nvPr/>
            </p:nvSpPr>
            <p:spPr bwMode="auto">
              <a:xfrm>
                <a:off x="2082" y="224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4" name="AutoShape 39">
                <a:extLst>
                  <a:ext uri="{FF2B5EF4-FFF2-40B4-BE49-F238E27FC236}">
                    <a16:creationId xmlns:a16="http://schemas.microsoft.com/office/drawing/2014/main" id="{2240681E-03D3-4D48-6F74-F28F40A458C8}"/>
                  </a:ext>
                </a:extLst>
              </p:cNvPr>
              <p:cNvSpPr>
                <a:spLocks noChangeArrowheads="1"/>
              </p:cNvSpPr>
              <p:nvPr/>
            </p:nvSpPr>
            <p:spPr bwMode="auto">
              <a:xfrm>
                <a:off x="2887" y="19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5" name="AutoShape 40">
                <a:extLst>
                  <a:ext uri="{FF2B5EF4-FFF2-40B4-BE49-F238E27FC236}">
                    <a16:creationId xmlns:a16="http://schemas.microsoft.com/office/drawing/2014/main" id="{6803A0F9-FCB4-E7DC-A2D3-A4968D04C3C2}"/>
                  </a:ext>
                </a:extLst>
              </p:cNvPr>
              <p:cNvSpPr>
                <a:spLocks noChangeArrowheads="1"/>
              </p:cNvSpPr>
              <p:nvPr/>
            </p:nvSpPr>
            <p:spPr bwMode="auto">
              <a:xfrm>
                <a:off x="2001" y="206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6" name="AutoShape 41">
                <a:extLst>
                  <a:ext uri="{FF2B5EF4-FFF2-40B4-BE49-F238E27FC236}">
                    <a16:creationId xmlns:a16="http://schemas.microsoft.com/office/drawing/2014/main" id="{0E070FCE-F27F-6A60-3ED0-9B3A806AF59A}"/>
                  </a:ext>
                </a:extLst>
              </p:cNvPr>
              <p:cNvSpPr>
                <a:spLocks noChangeArrowheads="1"/>
              </p:cNvSpPr>
              <p:nvPr/>
            </p:nvSpPr>
            <p:spPr bwMode="auto">
              <a:xfrm>
                <a:off x="2552" y="27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7" name="AutoShape 42">
                <a:extLst>
                  <a:ext uri="{FF2B5EF4-FFF2-40B4-BE49-F238E27FC236}">
                    <a16:creationId xmlns:a16="http://schemas.microsoft.com/office/drawing/2014/main" id="{9E66292C-4AE4-AA47-99C2-A1716C787E12}"/>
                  </a:ext>
                </a:extLst>
              </p:cNvPr>
              <p:cNvSpPr>
                <a:spLocks noChangeArrowheads="1"/>
              </p:cNvSpPr>
              <p:nvPr/>
            </p:nvSpPr>
            <p:spPr bwMode="auto">
              <a:xfrm>
                <a:off x="2656" y="290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8" name="AutoShape 43">
                <a:extLst>
                  <a:ext uri="{FF2B5EF4-FFF2-40B4-BE49-F238E27FC236}">
                    <a16:creationId xmlns:a16="http://schemas.microsoft.com/office/drawing/2014/main" id="{530CA57E-C6FC-9673-C748-F4DC4EFF4496}"/>
                  </a:ext>
                </a:extLst>
              </p:cNvPr>
              <p:cNvSpPr>
                <a:spLocks noChangeArrowheads="1"/>
              </p:cNvSpPr>
              <p:nvPr/>
            </p:nvSpPr>
            <p:spPr bwMode="auto">
              <a:xfrm>
                <a:off x="2880" y="321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 name="Freeform 44">
                <a:extLst>
                  <a:ext uri="{FF2B5EF4-FFF2-40B4-BE49-F238E27FC236}">
                    <a16:creationId xmlns:a16="http://schemas.microsoft.com/office/drawing/2014/main" id="{1FD278B0-7E0B-C1A5-DD7C-13EAF8C31FC4}"/>
                  </a:ext>
                </a:extLst>
              </p:cNvPr>
              <p:cNvSpPr>
                <a:spLocks/>
              </p:cNvSpPr>
              <p:nvPr/>
            </p:nvSpPr>
            <p:spPr bwMode="auto">
              <a:xfrm>
                <a:off x="2795" y="1842"/>
                <a:ext cx="1101" cy="1077"/>
              </a:xfrm>
              <a:custGeom>
                <a:avLst/>
                <a:gdLst>
                  <a:gd name="T0" fmla="*/ 1041 w 1101"/>
                  <a:gd name="T1" fmla="*/ 294 h 1077"/>
                  <a:gd name="T2" fmla="*/ 1077 w 1101"/>
                  <a:gd name="T3" fmla="*/ 485 h 1077"/>
                  <a:gd name="T4" fmla="*/ 1013 w 1101"/>
                  <a:gd name="T5" fmla="*/ 930 h 1077"/>
                  <a:gd name="T6" fmla="*/ 950 w 1101"/>
                  <a:gd name="T7" fmla="*/ 1040 h 1077"/>
                  <a:gd name="T8" fmla="*/ 850 w 1101"/>
                  <a:gd name="T9" fmla="*/ 1076 h 1077"/>
                  <a:gd name="T10" fmla="*/ 595 w 1101"/>
                  <a:gd name="T11" fmla="*/ 1040 h 1077"/>
                  <a:gd name="T12" fmla="*/ 486 w 1101"/>
                  <a:gd name="T13" fmla="*/ 994 h 1077"/>
                  <a:gd name="T14" fmla="*/ 459 w 1101"/>
                  <a:gd name="T15" fmla="*/ 985 h 1077"/>
                  <a:gd name="T16" fmla="*/ 322 w 1101"/>
                  <a:gd name="T17" fmla="*/ 876 h 1077"/>
                  <a:gd name="T18" fmla="*/ 232 w 1101"/>
                  <a:gd name="T19" fmla="*/ 803 h 1077"/>
                  <a:gd name="T20" fmla="*/ 104 w 1101"/>
                  <a:gd name="T21" fmla="*/ 685 h 1077"/>
                  <a:gd name="T22" fmla="*/ 4 w 1101"/>
                  <a:gd name="T23" fmla="*/ 449 h 1077"/>
                  <a:gd name="T24" fmla="*/ 13 w 1101"/>
                  <a:gd name="T25" fmla="*/ 130 h 1077"/>
                  <a:gd name="T26" fmla="*/ 186 w 1101"/>
                  <a:gd name="T27" fmla="*/ 21 h 1077"/>
                  <a:gd name="T28" fmla="*/ 222 w 1101"/>
                  <a:gd name="T29" fmla="*/ 12 h 1077"/>
                  <a:gd name="T30" fmla="*/ 422 w 1101"/>
                  <a:gd name="T31" fmla="*/ 30 h 1077"/>
                  <a:gd name="T32" fmla="*/ 577 w 1101"/>
                  <a:gd name="T33" fmla="*/ 103 h 1077"/>
                  <a:gd name="T34" fmla="*/ 695 w 1101"/>
                  <a:gd name="T35" fmla="*/ 176 h 1077"/>
                  <a:gd name="T36" fmla="*/ 768 w 1101"/>
                  <a:gd name="T37" fmla="*/ 203 h 1077"/>
                  <a:gd name="T38" fmla="*/ 1041 w 1101"/>
                  <a:gd name="T39" fmla="*/ 294 h 10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0" name="Freeform 45">
                <a:extLst>
                  <a:ext uri="{FF2B5EF4-FFF2-40B4-BE49-F238E27FC236}">
                    <a16:creationId xmlns:a16="http://schemas.microsoft.com/office/drawing/2014/main" id="{A604D1E6-1C36-5CBD-A396-9E390B0F4BCB}"/>
                  </a:ext>
                </a:extLst>
              </p:cNvPr>
              <p:cNvSpPr>
                <a:spLocks/>
              </p:cNvSpPr>
              <p:nvPr/>
            </p:nvSpPr>
            <p:spPr bwMode="auto">
              <a:xfrm>
                <a:off x="2291" y="2591"/>
                <a:ext cx="918" cy="965"/>
              </a:xfrm>
              <a:custGeom>
                <a:avLst/>
                <a:gdLst>
                  <a:gd name="T0" fmla="*/ 227 w 918"/>
                  <a:gd name="T1" fmla="*/ 818 h 965"/>
                  <a:gd name="T2" fmla="*/ 191 w 918"/>
                  <a:gd name="T3" fmla="*/ 782 h 965"/>
                  <a:gd name="T4" fmla="*/ 118 w 918"/>
                  <a:gd name="T5" fmla="*/ 737 h 965"/>
                  <a:gd name="T6" fmla="*/ 81 w 918"/>
                  <a:gd name="T7" fmla="*/ 700 h 965"/>
                  <a:gd name="T8" fmla="*/ 45 w 918"/>
                  <a:gd name="T9" fmla="*/ 646 h 965"/>
                  <a:gd name="T10" fmla="*/ 0 w 918"/>
                  <a:gd name="T11" fmla="*/ 464 h 965"/>
                  <a:gd name="T12" fmla="*/ 9 w 918"/>
                  <a:gd name="T13" fmla="*/ 200 h 965"/>
                  <a:gd name="T14" fmla="*/ 81 w 918"/>
                  <a:gd name="T15" fmla="*/ 136 h 965"/>
                  <a:gd name="T16" fmla="*/ 291 w 918"/>
                  <a:gd name="T17" fmla="*/ 0 h 965"/>
                  <a:gd name="T18" fmla="*/ 391 w 918"/>
                  <a:gd name="T19" fmla="*/ 18 h 965"/>
                  <a:gd name="T20" fmla="*/ 491 w 918"/>
                  <a:gd name="T21" fmla="*/ 55 h 965"/>
                  <a:gd name="T22" fmla="*/ 691 w 918"/>
                  <a:gd name="T23" fmla="*/ 164 h 965"/>
                  <a:gd name="T24" fmla="*/ 718 w 918"/>
                  <a:gd name="T25" fmla="*/ 218 h 965"/>
                  <a:gd name="T26" fmla="*/ 745 w 918"/>
                  <a:gd name="T27" fmla="*/ 246 h 965"/>
                  <a:gd name="T28" fmla="*/ 809 w 918"/>
                  <a:gd name="T29" fmla="*/ 346 h 965"/>
                  <a:gd name="T30" fmla="*/ 845 w 918"/>
                  <a:gd name="T31" fmla="*/ 427 h 965"/>
                  <a:gd name="T32" fmla="*/ 863 w 918"/>
                  <a:gd name="T33" fmla="*/ 518 h 965"/>
                  <a:gd name="T34" fmla="*/ 890 w 918"/>
                  <a:gd name="T35" fmla="*/ 609 h 965"/>
                  <a:gd name="T36" fmla="*/ 918 w 918"/>
                  <a:gd name="T37" fmla="*/ 773 h 965"/>
                  <a:gd name="T38" fmla="*/ 827 w 918"/>
                  <a:gd name="T39" fmla="*/ 927 h 965"/>
                  <a:gd name="T40" fmla="*/ 754 w 918"/>
                  <a:gd name="T41" fmla="*/ 946 h 965"/>
                  <a:gd name="T42" fmla="*/ 718 w 918"/>
                  <a:gd name="T43" fmla="*/ 955 h 965"/>
                  <a:gd name="T44" fmla="*/ 354 w 918"/>
                  <a:gd name="T45" fmla="*/ 937 h 965"/>
                  <a:gd name="T46" fmla="*/ 245 w 918"/>
                  <a:gd name="T47" fmla="*/ 864 h 965"/>
                  <a:gd name="T48" fmla="*/ 227 w 918"/>
                  <a:gd name="T49" fmla="*/ 818 h 9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 name="Freeform 46">
                <a:extLst>
                  <a:ext uri="{FF2B5EF4-FFF2-40B4-BE49-F238E27FC236}">
                    <a16:creationId xmlns:a16="http://schemas.microsoft.com/office/drawing/2014/main" id="{21EFCB85-DB76-F75B-34A3-82D59E0A582C}"/>
                  </a:ext>
                </a:extLst>
              </p:cNvPr>
              <p:cNvSpPr>
                <a:spLocks/>
              </p:cNvSpPr>
              <p:nvPr/>
            </p:nvSpPr>
            <p:spPr bwMode="auto">
              <a:xfrm>
                <a:off x="1473" y="1882"/>
                <a:ext cx="869" cy="1173"/>
              </a:xfrm>
              <a:custGeom>
                <a:avLst/>
                <a:gdLst>
                  <a:gd name="T0" fmla="*/ 754 w 869"/>
                  <a:gd name="T1" fmla="*/ 791 h 1173"/>
                  <a:gd name="T2" fmla="*/ 699 w 869"/>
                  <a:gd name="T3" fmla="*/ 945 h 1173"/>
                  <a:gd name="T4" fmla="*/ 654 w 869"/>
                  <a:gd name="T5" fmla="*/ 1082 h 1173"/>
                  <a:gd name="T6" fmla="*/ 636 w 869"/>
                  <a:gd name="T7" fmla="*/ 1136 h 1173"/>
                  <a:gd name="T8" fmla="*/ 618 w 869"/>
                  <a:gd name="T9" fmla="*/ 1155 h 1173"/>
                  <a:gd name="T10" fmla="*/ 563 w 869"/>
                  <a:gd name="T11" fmla="*/ 1173 h 1173"/>
                  <a:gd name="T12" fmla="*/ 290 w 869"/>
                  <a:gd name="T13" fmla="*/ 1145 h 1173"/>
                  <a:gd name="T14" fmla="*/ 127 w 869"/>
                  <a:gd name="T15" fmla="*/ 1073 h 1173"/>
                  <a:gd name="T16" fmla="*/ 36 w 869"/>
                  <a:gd name="T17" fmla="*/ 1009 h 1173"/>
                  <a:gd name="T18" fmla="*/ 0 w 869"/>
                  <a:gd name="T19" fmla="*/ 955 h 1173"/>
                  <a:gd name="T20" fmla="*/ 81 w 869"/>
                  <a:gd name="T21" fmla="*/ 500 h 1173"/>
                  <a:gd name="T22" fmla="*/ 109 w 869"/>
                  <a:gd name="T23" fmla="*/ 236 h 1173"/>
                  <a:gd name="T24" fmla="*/ 154 w 869"/>
                  <a:gd name="T25" fmla="*/ 164 h 1173"/>
                  <a:gd name="T26" fmla="*/ 200 w 869"/>
                  <a:gd name="T27" fmla="*/ 136 h 1173"/>
                  <a:gd name="T28" fmla="*/ 309 w 869"/>
                  <a:gd name="T29" fmla="*/ 73 h 1173"/>
                  <a:gd name="T30" fmla="*/ 354 w 869"/>
                  <a:gd name="T31" fmla="*/ 45 h 1173"/>
                  <a:gd name="T32" fmla="*/ 427 w 869"/>
                  <a:gd name="T33" fmla="*/ 0 h 1173"/>
                  <a:gd name="T34" fmla="*/ 709 w 869"/>
                  <a:gd name="T35" fmla="*/ 82 h 1173"/>
                  <a:gd name="T36" fmla="*/ 809 w 869"/>
                  <a:gd name="T37" fmla="*/ 200 h 1173"/>
                  <a:gd name="T38" fmla="*/ 845 w 869"/>
                  <a:gd name="T39" fmla="*/ 255 h 1173"/>
                  <a:gd name="T40" fmla="*/ 863 w 869"/>
                  <a:gd name="T41" fmla="*/ 309 h 1173"/>
                  <a:gd name="T42" fmla="*/ 790 w 869"/>
                  <a:gd name="T43" fmla="*/ 709 h 1173"/>
                  <a:gd name="T44" fmla="*/ 754 w 869"/>
                  <a:gd name="T45" fmla="*/ 791 h 11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pic>
        <p:nvPicPr>
          <p:cNvPr id="42" name="Content Placeholder 4">
            <a:extLst>
              <a:ext uri="{FF2B5EF4-FFF2-40B4-BE49-F238E27FC236}">
                <a16:creationId xmlns:a16="http://schemas.microsoft.com/office/drawing/2014/main" id="{CDD6B7CD-3417-5C28-2E4A-E643B2451FE8}"/>
              </a:ext>
            </a:extLst>
          </p:cNvPr>
          <p:cNvPicPr>
            <a:picLocks noGrp="1" noChangeAspect="1"/>
          </p:cNvPicPr>
          <p:nvPr>
            <p:ph idx="1"/>
          </p:nvPr>
        </p:nvPicPr>
        <p:blipFill>
          <a:blip r:embed="rId2"/>
          <a:stretch>
            <a:fillRect/>
          </a:stretch>
        </p:blipFill>
        <p:spPr>
          <a:xfrm>
            <a:off x="5845547" y="1750797"/>
            <a:ext cx="5674507" cy="3640724"/>
          </a:xfrm>
        </p:spPr>
      </p:pic>
    </p:spTree>
    <p:extLst>
      <p:ext uri="{BB962C8B-B14F-4D97-AF65-F5344CB8AC3E}">
        <p14:creationId xmlns:p14="http://schemas.microsoft.com/office/powerpoint/2010/main" val="4263549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FC5D5-FA5A-CBB2-47FD-250AF0B38A12}"/>
              </a:ext>
            </a:extLst>
          </p:cNvPr>
          <p:cNvSpPr>
            <a:spLocks noGrp="1"/>
          </p:cNvSpPr>
          <p:nvPr>
            <p:ph type="title"/>
          </p:nvPr>
        </p:nvSpPr>
        <p:spPr/>
        <p:txBody>
          <a:bodyPr/>
          <a:lstStyle/>
          <a:p>
            <a:r>
              <a:rPr lang="en-US" sz="4400" dirty="0" err="1">
                <a:ea typeface="+mn-lt"/>
                <a:cs typeface="+mn-lt"/>
              </a:rPr>
              <a:t>Chuyển</a:t>
            </a:r>
            <a:r>
              <a:rPr lang="en-US" sz="4400" dirty="0">
                <a:ea typeface="+mn-lt"/>
                <a:cs typeface="+mn-lt"/>
              </a:rPr>
              <a:t> </a:t>
            </a:r>
            <a:r>
              <a:rPr lang="en-US" sz="4400" dirty="0" err="1">
                <a:ea typeface="+mn-lt"/>
                <a:cs typeface="+mn-lt"/>
              </a:rPr>
              <a:t>đổi</a:t>
            </a:r>
            <a:endParaRPr lang="en-US" dirty="0"/>
          </a:p>
        </p:txBody>
      </p:sp>
      <p:sp>
        <p:nvSpPr>
          <p:cNvPr id="3" name="Content Placeholder 2">
            <a:extLst>
              <a:ext uri="{FF2B5EF4-FFF2-40B4-BE49-F238E27FC236}">
                <a16:creationId xmlns:a16="http://schemas.microsoft.com/office/drawing/2014/main" id="{DD5B5FD9-2FED-7BDA-3E59-AC0272EDF94F}"/>
              </a:ext>
            </a:extLst>
          </p:cNvPr>
          <p:cNvSpPr>
            <a:spLocks noGrp="1"/>
          </p:cNvSpPr>
          <p:nvPr>
            <p:ph idx="1"/>
          </p:nvPr>
        </p:nvSpPr>
        <p:spPr/>
        <p:txBody>
          <a:bodyPr/>
          <a:lstStyle/>
          <a:p>
            <a:pPr eaLnBrk="1" hangingPunct="1">
              <a:spcBef>
                <a:spcPts val="600"/>
              </a:spcBef>
              <a:spcAft>
                <a:spcPts val="600"/>
              </a:spcAft>
            </a:pPr>
            <a:r>
              <a:rPr lang="en-US" altLang="en-US" sz="2400"/>
              <a:t>Là hàm chuyển đổi toàn bộ tập giá trị của thuộc tính cho trước tới một tập giá trị mới thay thế, trong đó mỗi giá trị cũ được thay thế bằng một giá trị mới.</a:t>
            </a:r>
          </a:p>
          <a:p>
            <a:pPr eaLnBrk="1" hangingPunct="1">
              <a:spcBef>
                <a:spcPts val="600"/>
              </a:spcBef>
              <a:spcAft>
                <a:spcPts val="600"/>
              </a:spcAft>
            </a:pPr>
            <a:r>
              <a:rPr lang="en-US" altLang="en-US" sz="2400"/>
              <a:t>Phương pháp</a:t>
            </a:r>
          </a:p>
          <a:p>
            <a:pPr lvl="1">
              <a:lnSpc>
                <a:spcPct val="110000"/>
              </a:lnSpc>
            </a:pPr>
            <a:r>
              <a:rPr lang="en-US" altLang="en-US" sz="2000"/>
              <a:t>Smoothing: Các phương pháp giảm nhiễu (binning, clustering, regression)</a:t>
            </a:r>
          </a:p>
          <a:p>
            <a:pPr lvl="1" eaLnBrk="1" hangingPunct="1">
              <a:spcBef>
                <a:spcPts val="600"/>
              </a:spcBef>
              <a:spcAft>
                <a:spcPts val="600"/>
              </a:spcAft>
            </a:pPr>
            <a:r>
              <a:rPr lang="en-US" altLang="en-US" sz="2000"/>
              <a:t>Chuẩn hóa: </a:t>
            </a:r>
          </a:p>
          <a:p>
            <a:pPr lvl="2" eaLnBrk="1" hangingPunct="1">
              <a:spcBef>
                <a:spcPts val="600"/>
              </a:spcBef>
              <a:spcAft>
                <a:spcPts val="600"/>
              </a:spcAft>
            </a:pPr>
            <a:r>
              <a:rPr lang="en-US" altLang="en-US" sz="2000"/>
              <a:t>min-max normalization</a:t>
            </a:r>
          </a:p>
          <a:p>
            <a:pPr lvl="2" eaLnBrk="1" hangingPunct="1">
              <a:spcBef>
                <a:spcPts val="600"/>
              </a:spcBef>
              <a:spcAft>
                <a:spcPts val="600"/>
              </a:spcAft>
            </a:pPr>
            <a:r>
              <a:rPr lang="en-US" altLang="en-US" sz="2000"/>
              <a:t>z-score normalization</a:t>
            </a:r>
          </a:p>
          <a:p>
            <a:pPr lvl="2" eaLnBrk="1" hangingPunct="1">
              <a:spcBef>
                <a:spcPts val="600"/>
              </a:spcBef>
              <a:spcAft>
                <a:spcPts val="600"/>
              </a:spcAft>
            </a:pPr>
            <a:r>
              <a:rPr lang="en-US" altLang="en-US" sz="2000"/>
              <a:t>normalization by decimal scaling</a:t>
            </a:r>
          </a:p>
          <a:p>
            <a:pPr lvl="1" eaLnBrk="1" hangingPunct="1">
              <a:spcBef>
                <a:spcPts val="600"/>
              </a:spcBef>
              <a:spcAft>
                <a:spcPts val="600"/>
              </a:spcAft>
            </a:pPr>
            <a:r>
              <a:rPr lang="en-US" altLang="en-US" sz="2000"/>
              <a:t>Rời rạc hóa</a:t>
            </a:r>
            <a:endParaRPr lang="en-US"/>
          </a:p>
          <a:p>
            <a:endParaRPr lang="en-US"/>
          </a:p>
        </p:txBody>
      </p:sp>
      <p:sp>
        <p:nvSpPr>
          <p:cNvPr id="4" name="Slide Number Placeholder 3">
            <a:extLst>
              <a:ext uri="{FF2B5EF4-FFF2-40B4-BE49-F238E27FC236}">
                <a16:creationId xmlns:a16="http://schemas.microsoft.com/office/drawing/2014/main" id="{7B26BEB3-C6C2-80A3-92D3-8E7ADFD10856}"/>
              </a:ext>
            </a:extLst>
          </p:cNvPr>
          <p:cNvSpPr>
            <a:spLocks noGrp="1"/>
          </p:cNvSpPr>
          <p:nvPr>
            <p:ph type="sldNum" sz="quarter" idx="12"/>
          </p:nvPr>
        </p:nvSpPr>
        <p:spPr/>
        <p:txBody>
          <a:bodyPr/>
          <a:lstStyle/>
          <a:p>
            <a:fld id="{6A14BA1B-0DF8-9749-BA6B-F4B0BAA32ABF}" type="slidenum">
              <a:rPr lang="en-VN" smtClean="0"/>
              <a:t>6</a:t>
            </a:fld>
            <a:endParaRPr lang="en-VN"/>
          </a:p>
        </p:txBody>
      </p:sp>
      <p:sp>
        <p:nvSpPr>
          <p:cNvPr id="5" name="Footer Placeholder 4">
            <a:extLst>
              <a:ext uri="{FF2B5EF4-FFF2-40B4-BE49-F238E27FC236}">
                <a16:creationId xmlns:a16="http://schemas.microsoft.com/office/drawing/2014/main" id="{9F194008-DB2A-03A2-DDF6-8CEE0A59E6C8}"/>
              </a:ext>
            </a:extLst>
          </p:cNvPr>
          <p:cNvSpPr>
            <a:spLocks noGrp="1"/>
          </p:cNvSpPr>
          <p:nvPr>
            <p:ph type="ftr" sz="quarter" idx="3"/>
          </p:nvPr>
        </p:nvSpPr>
        <p:spPr/>
        <p:txBody>
          <a:bodyPr/>
          <a:lstStyle/>
          <a:p>
            <a:pPr algn="ctr"/>
            <a:r>
              <a:rPr lang="en-VN"/>
              <a:t>AI Programming for Beginners</a:t>
            </a:r>
            <a:endParaRPr lang="en-VN" dirty="0"/>
          </a:p>
        </p:txBody>
      </p:sp>
    </p:spTree>
    <p:extLst>
      <p:ext uri="{BB962C8B-B14F-4D97-AF65-F5344CB8AC3E}">
        <p14:creationId xmlns:p14="http://schemas.microsoft.com/office/powerpoint/2010/main" val="4055026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4B32-EDDC-FD8F-432C-BB4FF78D5557}"/>
              </a:ext>
            </a:extLst>
          </p:cNvPr>
          <p:cNvSpPr>
            <a:spLocks noGrp="1"/>
          </p:cNvSpPr>
          <p:nvPr>
            <p:ph type="title"/>
          </p:nvPr>
        </p:nvSpPr>
        <p:spPr/>
        <p:txBody>
          <a:bodyPr/>
          <a:lstStyle/>
          <a:p>
            <a:r>
              <a:rPr lang="en-US" sz="4400" dirty="0" err="1">
                <a:ea typeface="+mn-lt"/>
                <a:cs typeface="+mn-lt"/>
              </a:rPr>
              <a:t>Chuyển</a:t>
            </a:r>
            <a:r>
              <a:rPr lang="en-US" sz="4400" dirty="0">
                <a:ea typeface="+mn-lt"/>
                <a:cs typeface="+mn-lt"/>
              </a:rPr>
              <a:t> </a:t>
            </a:r>
            <a:r>
              <a:rPr lang="en-US" sz="4400" dirty="0" err="1">
                <a:ea typeface="+mn-lt"/>
                <a:cs typeface="+mn-lt"/>
              </a:rPr>
              <a:t>đổi</a:t>
            </a:r>
            <a:endParaRPr lang="en-US" dirty="0"/>
          </a:p>
        </p:txBody>
      </p:sp>
      <p:sp>
        <p:nvSpPr>
          <p:cNvPr id="4" name="Slide Number Placeholder 3">
            <a:extLst>
              <a:ext uri="{FF2B5EF4-FFF2-40B4-BE49-F238E27FC236}">
                <a16:creationId xmlns:a16="http://schemas.microsoft.com/office/drawing/2014/main" id="{FEBA37BE-32B1-0E70-5747-434C741C765C}"/>
              </a:ext>
            </a:extLst>
          </p:cNvPr>
          <p:cNvSpPr>
            <a:spLocks noGrp="1"/>
          </p:cNvSpPr>
          <p:nvPr>
            <p:ph type="sldNum" sz="quarter" idx="12"/>
          </p:nvPr>
        </p:nvSpPr>
        <p:spPr/>
        <p:txBody>
          <a:bodyPr/>
          <a:lstStyle/>
          <a:p>
            <a:fld id="{6A14BA1B-0DF8-9749-BA6B-F4B0BAA32ABF}" type="slidenum">
              <a:rPr lang="en-VN" smtClean="0"/>
              <a:t>7</a:t>
            </a:fld>
            <a:endParaRPr lang="en-VN"/>
          </a:p>
        </p:txBody>
      </p:sp>
      <p:sp>
        <p:nvSpPr>
          <p:cNvPr id="5" name="Footer Placeholder 4">
            <a:extLst>
              <a:ext uri="{FF2B5EF4-FFF2-40B4-BE49-F238E27FC236}">
                <a16:creationId xmlns:a16="http://schemas.microsoft.com/office/drawing/2014/main" id="{6CF3F27D-0AE1-AD9C-1B03-F1B43A4A8FC5}"/>
              </a:ext>
            </a:extLst>
          </p:cNvPr>
          <p:cNvSpPr>
            <a:spLocks noGrp="1"/>
          </p:cNvSpPr>
          <p:nvPr>
            <p:ph type="ftr" sz="quarter" idx="3"/>
          </p:nvPr>
        </p:nvSpPr>
        <p:spPr/>
        <p:txBody>
          <a:bodyPr/>
          <a:lstStyle/>
          <a:p>
            <a:pPr algn="ctr"/>
            <a:r>
              <a:rPr lang="en-VN"/>
              <a:t>AI Programming for Beginners</a:t>
            </a:r>
            <a:endParaRPr lang="en-VN" dirty="0"/>
          </a:p>
        </p:txBody>
      </p:sp>
      <p:pic>
        <p:nvPicPr>
          <p:cNvPr id="6" name="Content Placeholder 4">
            <a:extLst>
              <a:ext uri="{FF2B5EF4-FFF2-40B4-BE49-F238E27FC236}">
                <a16:creationId xmlns:a16="http://schemas.microsoft.com/office/drawing/2014/main" id="{DF2F5A96-BEE5-2BD0-5AD5-8F093DD94A5E}"/>
              </a:ext>
            </a:extLst>
          </p:cNvPr>
          <p:cNvPicPr>
            <a:picLocks noGrp="1" noChangeAspect="1"/>
          </p:cNvPicPr>
          <p:nvPr>
            <p:ph idx="1"/>
          </p:nvPr>
        </p:nvPicPr>
        <p:blipFill>
          <a:blip r:embed="rId2"/>
          <a:stretch>
            <a:fillRect/>
          </a:stretch>
        </p:blipFill>
        <p:spPr>
          <a:xfrm>
            <a:off x="1596412" y="1088571"/>
            <a:ext cx="8153665" cy="5053692"/>
          </a:xfrm>
        </p:spPr>
      </p:pic>
    </p:spTree>
    <p:extLst>
      <p:ext uri="{BB962C8B-B14F-4D97-AF65-F5344CB8AC3E}">
        <p14:creationId xmlns:p14="http://schemas.microsoft.com/office/powerpoint/2010/main" val="26480642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960</TotalTime>
  <Words>400</Words>
  <Application>Microsoft Macintosh PowerPoint</Application>
  <PresentationFormat>Widescreen</PresentationFormat>
  <Paragraphs>52</Paragraphs>
  <Slides>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等线</vt:lpstr>
      <vt:lpstr>Aptos</vt:lpstr>
      <vt:lpstr>Arial</vt:lpstr>
      <vt:lpstr>Calibri</vt:lpstr>
      <vt:lpstr>Consolas</vt:lpstr>
      <vt:lpstr>Tahoma</vt:lpstr>
      <vt:lpstr>Office Theme</vt:lpstr>
      <vt:lpstr>Tiền xử lý dữ liệu</vt:lpstr>
      <vt:lpstr>Tiền xử lý dữ liệu</vt:lpstr>
      <vt:lpstr>Làm sạch dữ liệu</vt:lpstr>
      <vt:lpstr>Làm sạch dữ liệu</vt:lpstr>
      <vt:lpstr>Làm sạch bằng phân loại và hồi quy</vt:lpstr>
      <vt:lpstr>Chuyển đổi</vt:lpstr>
      <vt:lpstr>Chuyển đổi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Phi Le</dc:creator>
  <cp:lastModifiedBy>Hoang Duc Anh 20230015</cp:lastModifiedBy>
  <cp:revision>36</cp:revision>
  <dcterms:created xsi:type="dcterms:W3CDTF">2024-05-25T03:04:25Z</dcterms:created>
  <dcterms:modified xsi:type="dcterms:W3CDTF">2025-03-14T16:21:38Z</dcterms:modified>
</cp:coreProperties>
</file>